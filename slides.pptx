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706dcdbc74246" /><Relationship Type="http://schemas.openxmlformats.org/officeDocument/2006/relationships/extended-properties" Target="/docProps/app.xml" Id="R0cc852bf128a4830" /><Relationship Type="http://schemas.openxmlformats.org/officeDocument/2006/relationships/officeDocument" Target="/ppt/presentation.xml" Id="Rbf99d216abb14a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91816ef2714949"/>
  </p:sldMasterIdLst>
  <p:notesMasterIdLst>
    <p:notesMasterId xmlns:r="http://schemas.openxmlformats.org/officeDocument/2006/relationships" r:id="R31557f5414094dd9"/>
  </p:notesMasterIdLst>
  <p:sldIdLst>
    <p:sldId xmlns:r="http://schemas.openxmlformats.org/officeDocument/2006/relationships" id="256" r:id="R52802bd5680f4d92"/>
    <p:sldId xmlns:r="http://schemas.openxmlformats.org/officeDocument/2006/relationships" id="257" r:id="Ree2d8208c7e34fab"/>
    <p:sldId xmlns:r="http://schemas.openxmlformats.org/officeDocument/2006/relationships" id="258" r:id="Ra2771a25d7e34fa6"/>
    <p:sldId xmlns:r="http://schemas.openxmlformats.org/officeDocument/2006/relationships" id="259" r:id="Rbe0d719d84494d42"/>
    <p:sldId xmlns:r="http://schemas.openxmlformats.org/officeDocument/2006/relationships" id="260" r:id="Rb3163edccd88480f"/>
    <p:sldId xmlns:r="http://schemas.openxmlformats.org/officeDocument/2006/relationships" id="261" r:id="R2355c0b56421475a"/>
    <p:sldId xmlns:r="http://schemas.openxmlformats.org/officeDocument/2006/relationships" id="262" r:id="R39e101abf9e5434c"/>
    <p:sldId xmlns:r="http://schemas.openxmlformats.org/officeDocument/2006/relationships" id="263" r:id="R02489213f511471c"/>
    <p:sldId xmlns:r="http://schemas.openxmlformats.org/officeDocument/2006/relationships" id="264" r:id="R151e4ef60ae6479b"/>
    <p:sldId xmlns:r="http://schemas.openxmlformats.org/officeDocument/2006/relationships" id="265" r:id="R722fb4579a9149a3"/>
    <p:sldId xmlns:r="http://schemas.openxmlformats.org/officeDocument/2006/relationships" id="266" r:id="R7bca75e1a37e48be"/>
    <p:sldId xmlns:r="http://schemas.openxmlformats.org/officeDocument/2006/relationships" id="267" r:id="R6cd80230ccae49cd"/>
    <p:sldId xmlns:r="http://schemas.openxmlformats.org/officeDocument/2006/relationships" id="268" r:id="R54eee2a694994b75"/>
    <p:sldId xmlns:r="http://schemas.openxmlformats.org/officeDocument/2006/relationships" id="269" r:id="R8b6b026818fc4dfd"/>
    <p:sldId xmlns:r="http://schemas.openxmlformats.org/officeDocument/2006/relationships" id="270" r:id="R0d8e722bf1cd4f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35e42503db4500" /><Relationship Type="http://schemas.openxmlformats.org/officeDocument/2006/relationships/slideMaster" Target="/ppt/slideMasters/slideMaster1.xml" Id="R3691816ef2714949" /><Relationship Type="http://schemas.openxmlformats.org/officeDocument/2006/relationships/notesMaster" Target="/ppt/notesMasters/notesMaster1.xml" Id="R31557f5414094dd9" /><Relationship Type="http://schemas.openxmlformats.org/officeDocument/2006/relationships/presProps" Target="/ppt/presProps.xml" Id="R06c35b4df98e4c94" /><Relationship Type="http://schemas.openxmlformats.org/officeDocument/2006/relationships/tableStyles" Target="/ppt/tableStyles.xml" Id="R4b7159d6ed694d19" /><Relationship Type="http://schemas.openxmlformats.org/officeDocument/2006/relationships/slide" Target="/ppt/slides/slide1.xml" Id="R52802bd5680f4d92" /><Relationship Type="http://schemas.openxmlformats.org/officeDocument/2006/relationships/slide" Target="/ppt/slides/slide2.xml" Id="Ree2d8208c7e34fab" /><Relationship Type="http://schemas.openxmlformats.org/officeDocument/2006/relationships/slide" Target="/ppt/slides/slide3.xml" Id="Ra2771a25d7e34fa6" /><Relationship Type="http://schemas.openxmlformats.org/officeDocument/2006/relationships/slide" Target="/ppt/slides/slide4.xml" Id="Rbe0d719d84494d42" /><Relationship Type="http://schemas.openxmlformats.org/officeDocument/2006/relationships/slide" Target="/ppt/slides/slide5.xml" Id="Rb3163edccd88480f" /><Relationship Type="http://schemas.openxmlformats.org/officeDocument/2006/relationships/slide" Target="/ppt/slides/slide6.xml" Id="R2355c0b56421475a" /><Relationship Type="http://schemas.openxmlformats.org/officeDocument/2006/relationships/slide" Target="/ppt/slides/slide7.xml" Id="R39e101abf9e5434c" /><Relationship Type="http://schemas.openxmlformats.org/officeDocument/2006/relationships/slide" Target="/ppt/slides/slide8.xml" Id="R02489213f511471c" /><Relationship Type="http://schemas.openxmlformats.org/officeDocument/2006/relationships/slide" Target="/ppt/slides/slide9.xml" Id="R151e4ef60ae6479b" /><Relationship Type="http://schemas.openxmlformats.org/officeDocument/2006/relationships/slide" Target="/ppt/slides/slide10.xml" Id="R722fb4579a9149a3" /><Relationship Type="http://schemas.openxmlformats.org/officeDocument/2006/relationships/slide" Target="/ppt/slides/slide11.xml" Id="R7bca75e1a37e48be" /><Relationship Type="http://schemas.openxmlformats.org/officeDocument/2006/relationships/slide" Target="/ppt/slides/slide12.xml" Id="R6cd80230ccae49cd" /><Relationship Type="http://schemas.openxmlformats.org/officeDocument/2006/relationships/slide" Target="/ppt/slides/slide13.xml" Id="R54eee2a694994b75" /><Relationship Type="http://schemas.openxmlformats.org/officeDocument/2006/relationships/slide" Target="/ppt/slides/slide14.xml" Id="R8b6b026818fc4dfd" /><Relationship Type="http://schemas.openxmlformats.org/officeDocument/2006/relationships/slide" Target="/ppt/slides/slide15.xml" Id="R0d8e722bf1cd4f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ea9587231247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785c9b063845a1" /><Relationship Type="http://schemas.openxmlformats.org/officeDocument/2006/relationships/notesMaster" Target="/ppt/notesMasters/notesMaster1.xml" Id="R2dbceb31b21245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06f182877a4fc6" /><Relationship Type="http://schemas.openxmlformats.org/officeDocument/2006/relationships/notesMaster" Target="/ppt/notesMasters/notesMaster1.xml" Id="Rbbd75748337147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155779d6104eb4" /><Relationship Type="http://schemas.openxmlformats.org/officeDocument/2006/relationships/notesMaster" Target="/ppt/notesMasters/notesMaster1.xml" Id="Re9be8e999c904e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6d84078a464ae0" /><Relationship Type="http://schemas.openxmlformats.org/officeDocument/2006/relationships/notesMaster" Target="/ppt/notesMasters/notesMaster1.xml" Id="R9c9a0ad4dae042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bf3bdefd7a4a33" /><Relationship Type="http://schemas.openxmlformats.org/officeDocument/2006/relationships/notesMaster" Target="/ppt/notesMasters/notesMaster1.xml" Id="R8ab58843706241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bf96c82d444e3e" /><Relationship Type="http://schemas.openxmlformats.org/officeDocument/2006/relationships/notesMaster" Target="/ppt/notesMasters/notesMaster1.xml" Id="Rae0ca78029c14d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128d381f89426d" /><Relationship Type="http://schemas.openxmlformats.org/officeDocument/2006/relationships/notesMaster" Target="/ppt/notesMasters/notesMaster1.xml" Id="R9ca11b3b1dc447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34d9cb1921455b" /><Relationship Type="http://schemas.openxmlformats.org/officeDocument/2006/relationships/notesMaster" Target="/ppt/notesMasters/notesMaster1.xml" Id="R7c3ddca2321a4e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3b45f343ac4b1d" /><Relationship Type="http://schemas.openxmlformats.org/officeDocument/2006/relationships/notesMaster" Target="/ppt/notesMasters/notesMaster1.xml" Id="Rfaf5e003450540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f42b3b21ef4a09" /><Relationship Type="http://schemas.openxmlformats.org/officeDocument/2006/relationships/notesMaster" Target="/ppt/notesMasters/notesMaster1.xml" Id="R6efe9bfd74bf4b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8d908dd53447ee" /><Relationship Type="http://schemas.openxmlformats.org/officeDocument/2006/relationships/notesMaster" Target="/ppt/notesMasters/notesMaster1.xml" Id="Rac813719374d42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ba067eeb074c03" /><Relationship Type="http://schemas.openxmlformats.org/officeDocument/2006/relationships/notesMaster" Target="/ppt/notesMasters/notesMaster1.xml" Id="R8395c029eef040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6072614d6b4990" /><Relationship Type="http://schemas.openxmlformats.org/officeDocument/2006/relationships/notesMaster" Target="/ppt/notesMasters/notesMaster1.xml" Id="Re5396697548947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b2e5c6d7e74a96" /><Relationship Type="http://schemas.openxmlformats.org/officeDocument/2006/relationships/notesMaster" Target="/ppt/notesMasters/notesMaster1.xml" Id="R0a4d473c6a8240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c11836a2904acd" /><Relationship Type="http://schemas.openxmlformats.org/officeDocument/2006/relationships/notesMaster" Target="/ppt/notesMasters/notesMaster1.xml" Id="R939fb4ed166549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เปิดบทเรียนโดยยังไม่อธิบายคำว่า accelerometer ให้นักเรียนรู้ก่อนว่าวันนี้จะเรียนผ่านการทายและทดลองจริง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 Think–Pair–Share ประมาณ 5–7 นาที รับทุกสมมติฐานโดยยังไม่เฉลย เป้าหมายคือกระตุ้นความรู้เดิม ไม่ใช่ตัดสินถูกผิด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หยุดให้นักเรียนทุกคนเลือกก่อนเปลี่ยนสไลด์ ถามผู้แทนอย่างน้อย 2 คนให้เหตุผลต่างกัน ห้ามเฉลยในสไลด์นี้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ชี้ให้เห็นว่า map() คำนวณสัดส่วนได้ แต่ไม่ตรวจขอบเขตให้อัตโนมัติ เชื่อมไปกิจกรรม Unplugged ก่อนเข้าโค้ด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ให้นักเรียนทาย 25 คะแนนก่อนลากสไลเดอร์ คำตอบคือเกรด 1 เน้นความสัมพันธ์ปลายช่วงและค่ากลาง ไม่จำเป็นต้องเริ่มจากสูตรพีชคณิต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ให้นักเรียนใช้มือทำท่าบอร์ดราบ เอียงประมาณ 40° และตั้งฉาก ย้ำว่า accelerometer วัดความเร่ง/แรงโน้มถ่วง ไม่ได้ส่งค่าองศาโดยตรง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ถามว่า “ทำไมไม่ใช้ ±2048?” คำตอบหลัก: เพราะการควบคุมด้วยมือปกติอยู่ราว 35–40° หรือประมาณ ±600 mg จึงใช้พื้นที่จอได้เต็มและควบคุมง่ายกว่า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ใช้สไลด์นี้เชื่อมกิจกรรมแปลงคะแนนกับจอ LED ชี้ว่า 0 mg เป็นค่ากลาง จึงได้พิกัด 2 กลางจอพอดี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เปิดเว็บ Section 5 ให้นักเรียนลงมือเอง ครูเดินถามว่า mapped value กับ value for plot ต่างกันอย่างไร ห้ามสาธิตจนหมดก่อนนักเรียนทดลอง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ให้ผู้เรียนพูดประโยคเต็ม: map คำนวณสัดส่วน แต่ constrain จำกัดผลให้อยู่ในพิกัด 0–4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ให้นักเรียนคำนวณ 600 mg ตามทั้งสองสูตรก่อนเปิดผล จากนั้นถามว่าอาการไฟหายเกิดจากข้อมูล สูตร หรือพิกัดที่ plot กันแน่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ใช้จังหวะปรบมือแทนลูป: อ่าน–map–constrain–plot–พัก แล้วทำซ้ำ ให้นักเรียนเห็นว่าพักไม่ได้แปลว่าหยุดโปรแกรม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แบ่งคำศัพท์คนละคำ ให้ผู้เรียนเปิดการ์ดในเว็บ อ่านตามคำอ่าน และอธิบายความหมายด้วยภาษาตนเอง ไม่เน้นท่องสะกด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ย้ำว่าวัตถุประสงค์ของ Quiz คือ self-check ให้ตอบครบก่อนส่ง ระบบไม่กินจำนวนครั้งเมื่อคำตอบยังไม่ครบ ผ่านจริงที่ 5/6 และลองได้สูงสุด 3 ครั้ง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ปิดด้วยการสะท้อน 2 ประโยคและระดับความมั่นใจ 4 ระดับ: มั่นใจมาก / เข้าใจ / ยังไม่แน่ใจ / ต้องการครูช่วย จากนั้นตรวจสถานะบันทึกความก้าวหน้า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เนื้อหาและสูตรจากบทสนทนาที่ครูทดสอบแล้ว</a:t>
            </a:r>
          </a:p>
          <a:p xmlns:a="http://schemas.openxmlformats.org/drawingml/2006/main">
            <a:r>
              <a:t>- เว็บบทเรียน index.html ในโครงการนี้</a:t>
            </a:r>
          </a:p>
          <a:p xmlns:a="http://schemas.openxmlformats.org/drawingml/2006/main">
            <a:r>
              <a:t>- ตราโรงเรียนจากไฟล์ที่ผู้ใช้ให้มา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25f87ebf747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eb1b290c804556" /><Relationship Type="http://schemas.openxmlformats.org/officeDocument/2006/relationships/slideLayout" Target="/ppt/slideLayouts/slideLayout1.xml" Id="Rb275390c0b4a46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75390c0b4a46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9e06c01954578" /><Relationship Type="http://schemas.openxmlformats.org/officeDocument/2006/relationships/image" Target="/ppt/media/image.png" Id="R66873c0cd8a54336" /><Relationship Type="http://schemas.openxmlformats.org/officeDocument/2006/relationships/notesSlide" Target="/ppt/notesSlides/notesSlide1.xml" Id="R56ee9bbee5c94f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c9881faf04726" /><Relationship Type="http://schemas.openxmlformats.org/officeDocument/2006/relationships/notesSlide" Target="/ppt/notesSlides/notesSlide2.xml" Id="R41a8166a97b94d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5745ba94b409f" /><Relationship Type="http://schemas.openxmlformats.org/officeDocument/2006/relationships/notesSlide" Target="/ppt/notesSlides/notesSlide3.xml" Id="Rd837c959c9ff4b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43854cbf14d11" /><Relationship Type="http://schemas.openxmlformats.org/officeDocument/2006/relationships/notesSlide" Target="/ppt/notesSlides/notesSlide4.xml" Id="Rb458693c256040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e9799a62041c0" /><Relationship Type="http://schemas.openxmlformats.org/officeDocument/2006/relationships/notesSlide" Target="/ppt/notesSlides/notesSlide5.xml" Id="Rc025a779a2ca40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7a3fe8ad6417d" /><Relationship Type="http://schemas.openxmlformats.org/officeDocument/2006/relationships/notesSlide" Target="/ppt/notesSlides/notesSlide6.xml" Id="R423dd67e7cf440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1aa7bf2a14675" /><Relationship Type="http://schemas.openxmlformats.org/officeDocument/2006/relationships/notesSlide" Target="/ppt/notesSlides/notesSlide7.xml" Id="Rc8857c56e03d4d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c16c6d45149af" /><Relationship Type="http://schemas.openxmlformats.org/officeDocument/2006/relationships/notesSlide" Target="/ppt/notesSlides/notesSlide8.xml" Id="R7c52df45fcb840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9d67bd5a647f2" /><Relationship Type="http://schemas.openxmlformats.org/officeDocument/2006/relationships/notesSlide" Target="/ppt/notesSlides/notesSlide9.xml" Id="Ra9f487857c6b44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b81a0b827468f" /><Relationship Type="http://schemas.openxmlformats.org/officeDocument/2006/relationships/notesSlide" Target="/ppt/notesSlides/notesSlide10.xml" Id="R98a4482c93994e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0e1c5bd99403c" /><Relationship Type="http://schemas.openxmlformats.org/officeDocument/2006/relationships/notesSlide" Target="/ppt/notesSlides/notesSlide11.xml" Id="Ra4413a73028647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b01087dfa4e09" /><Relationship Type="http://schemas.openxmlformats.org/officeDocument/2006/relationships/notesSlide" Target="/ppt/notesSlides/notesSlide12.xml" Id="Rdd67d138313941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1468e80da49a9" /><Relationship Type="http://schemas.openxmlformats.org/officeDocument/2006/relationships/notesSlide" Target="/ppt/notesSlides/notesSlide13.xml" Id="Rc9032185aebf49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cfc48733149e8" /><Relationship Type="http://schemas.openxmlformats.org/officeDocument/2006/relationships/notesSlide" Target="/ppt/notesSlides/notesSlide14.xml" Id="Ra1c301be2cf34e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19bd280d24c36" /><Relationship Type="http://schemas.openxmlformats.org/officeDocument/2006/relationships/image" Target="/ppt/media/image2.png" Id="R1d7fc97a84a440a3" /><Relationship Type="http://schemas.openxmlformats.org/officeDocument/2006/relationships/notesSlide" Target="/ppt/notesSlides/notesSlide15.xml" Id="Re777759a0a9f41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5E16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yellow-band">
            <a:extLst xmlns:a="http://schemas.openxmlformats.org/drawingml/2006/main">
              <a:ext uri="{FF2B5EF4-FFF2-40B4-BE49-F238E27FC236}">
                <a16:creationId xmlns:a16="http://schemas.microsoft.com/office/drawing/2014/main" id="{689EE7BC-7FCD-4993-986A-D983144B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73c0cd8a54336"/>
          <a:stretch xmlns:a="http://schemas.openxmlformats.org/drawingml/2006/main"/>
        </p:blipFill>
        <p:spPr>
          <a:xfrm xmlns:a="http://schemas.openxmlformats.org/drawingml/2006/main">
            <a:off x="809625" y="72390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3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97656521-B4D6-41B7-B5B2-AA8A679B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8572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C430"/>
                </a:solidFill>
              </a:defRPr>
            </a:pPr>
            <a:r>
              <a:rPr sz="1650" b="1">
                <a:solidFill>
                  <a:srgbClr val="F4C430"/>
                </a:solidFill>
              </a:rPr>
              <a:t>วิชาเทคโนโลยีสารสนเทศ · ชั้น ม.1</a:t>
            </a:r>
          </a:p>
        </p:txBody>
      </p:sp>
      <p:sp>
        <p:nvSpPr>
          <p:cNvPr id="4" name="title-main">
            <a:extLst xmlns:a="http://schemas.openxmlformats.org/drawingml/2006/main">
              <a:ext uri="{FF2B5EF4-FFF2-40B4-BE49-F238E27FC236}">
                <a16:creationId xmlns:a16="http://schemas.microsoft.com/office/drawing/2014/main" id="{1D048168-C848-47A2-9DCE-669D02EE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1381125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Tilt Lab</a:t>
            </a:r>
          </a:p>
        </p:txBody>
      </p:sp>
      <p:sp>
        <p:nvSpPr>
          <p:cNvPr id="5" name="title-sub">
            <a:extLst xmlns:a="http://schemas.openxmlformats.org/drawingml/2006/main">
              <a:ext uri="{FF2B5EF4-FFF2-40B4-BE49-F238E27FC236}">
                <a16:creationId xmlns:a16="http://schemas.microsoft.com/office/drawing/2014/main" id="{35D7A001-A1FF-46B8-875D-7D479C6E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23622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ระบบตรวจจับความเอียงกับ micro:bit</a:t>
            </a:r>
          </a:p>
        </p:txBody>
      </p:sp>
      <p:sp>
        <p:nvSpPr>
          <p:cNvPr id="6" name="title-promise">
            <a:extLst xmlns:a="http://schemas.openxmlformats.org/drawingml/2006/main">
              <a:ext uri="{FF2B5EF4-FFF2-40B4-BE49-F238E27FC236}">
                <a16:creationId xmlns:a16="http://schemas.microsoft.com/office/drawing/2014/main" id="{8105BF12-7D0B-4312-8BBA-95628DDA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323850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EDBF3"/>
                </a:solidFill>
              </a:defRPr>
            </a:pPr>
            <a:r>
              <a:rPr sz="1800" b="0">
                <a:solidFill>
                  <a:srgbClr val="EEDBF3"/>
                </a:solidFill>
              </a:rPr>
              <a:t>ทาย · ทดลอง · Debug · อธิบายจากหลักฐาน</a:t>
            </a:r>
          </a:p>
        </p:txBody>
      </p:sp>
      <p:sp>
        <p:nvSpPr>
          <p:cNvPr id="7" name="title-meta">
            <a:extLst xmlns:a="http://schemas.openxmlformats.org/drawingml/2006/main">
              <a:ext uri="{FF2B5EF4-FFF2-40B4-BE49-F238E27FC236}">
                <a16:creationId xmlns:a16="http://schemas.microsoft.com/office/drawing/2014/main" id="{BCAB61EB-7B6E-4024-8ECB-19F6FBF0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414337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2 คาบ × 60 นาที  |  ภาคเรียนที่ 1/2569</a:t>
            </a:r>
          </a:p>
        </p:txBody>
      </p:sp>
      <p:sp>
        <p:nvSpPr>
          <p:cNvPr id="8" name="title-teacher">
            <a:extLst xmlns:a="http://schemas.openxmlformats.org/drawingml/2006/main">
              <a:ext uri="{FF2B5EF4-FFF2-40B4-BE49-F238E27FC236}">
                <a16:creationId xmlns:a16="http://schemas.microsoft.com/office/drawing/2014/main" id="{BEC8A227-DFAA-440D-B83F-20101353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46482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DBF3"/>
                </a:solidFill>
              </a:defRPr>
            </a:pPr>
            <a:r>
              <a:rPr sz="1350" b="0">
                <a:solidFill>
                  <a:srgbClr val="EEDBF3"/>
                </a:solidFill>
              </a:rPr>
              <a:t>ครูเจม — นายกิตติคุณ จันทะคุณ</a:t>
            </a:r>
          </a:p>
        </p:txBody>
      </p:sp>
      <p:sp>
        <p:nvSpPr>
          <p:cNvPr id="9" name="title-school">
            <a:extLst xmlns:a="http://schemas.openxmlformats.org/drawingml/2006/main">
              <a:ext uri="{FF2B5EF4-FFF2-40B4-BE49-F238E27FC236}">
                <a16:creationId xmlns:a16="http://schemas.microsoft.com/office/drawing/2014/main" id="{22F72CB8-4F66-4E16-98D2-7D713679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1670"/>
                </a:solidFill>
              </a:defRPr>
            </a:pPr>
            <a:r>
              <a:rPr sz="1275" b="1">
                <a:solidFill>
                  <a:srgbClr val="5E1670"/>
                </a:solidFill>
              </a:rPr>
              <a:t>โรงเรียนบ้านเขาธรรมบท</a:t>
            </a:r>
          </a:p>
        </p:txBody>
      </p:sp>
    </p:spTree>
    <p:extLst>
      <p:ext uri="{BB962C8B-B14F-4D97-AF65-F5344CB8AC3E}">
        <p14:creationId xmlns:p14="http://schemas.microsoft.com/office/powerpoint/2010/main" val="1988290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-2">
            <a:extLst xmlns:a="http://schemas.openxmlformats.org/drawingml/2006/main">
              <a:ext uri="{FF2B5EF4-FFF2-40B4-BE49-F238E27FC236}">
                <a16:creationId xmlns:a16="http://schemas.microsoft.com/office/drawing/2014/main" id="{D804CF90-B384-4328-979D-DD92AD2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0D7EBDE5-CC75-4CD0-BC2D-E5AA7E5D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HOOK · คิดก่อนเรียน</a:t>
            </a:r>
          </a:p>
        </p:txBody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9C383B91-8AAB-4A17-8E6D-34D89DFD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02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3737AD9B-826F-47DB-A83B-57C9658A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ทำไมเอียงมือถือ แล้วตัวละครจึงขยับ?</a:t>
            </a:r>
          </a:p>
        </p:txBody>
      </p:sp>
      <p:sp>
        <p:nvSpPr>
          <p:cNvPr id="5" name="phone">
            <a:extLst xmlns:a="http://schemas.openxmlformats.org/drawingml/2006/main">
              <a:ext uri="{FF2B5EF4-FFF2-40B4-BE49-F238E27FC236}">
                <a16:creationId xmlns:a16="http://schemas.microsoft.com/office/drawing/2014/main" id="{A3496347-50C8-49DE-96E2-1CF914A7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1143000" y="1809750"/>
            <a:ext cx="3238500" cy="3905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231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one-screen">
            <a:extLst xmlns:a="http://schemas.openxmlformats.org/drawingml/2006/main">
              <a:ext uri="{FF2B5EF4-FFF2-40B4-BE49-F238E27FC236}">
                <a16:creationId xmlns:a16="http://schemas.microsoft.com/office/drawing/2014/main" id="{C67B6727-B9E3-4E9A-BF73-903A7A82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1476375" y="2143125"/>
            <a:ext cx="2571750" cy="3095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ame-player">
            <a:extLst xmlns:a="http://schemas.openxmlformats.org/drawingml/2006/main">
              <a:ext uri="{FF2B5EF4-FFF2-40B4-BE49-F238E27FC236}">
                <a16:creationId xmlns:a16="http://schemas.microsoft.com/office/drawing/2014/main" id="{9E9A2E4C-FB39-4684-BF59-19A26181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3495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ve-arrow">
            <a:extLst xmlns:a="http://schemas.openxmlformats.org/drawingml/2006/main">
              <a:ext uri="{FF2B5EF4-FFF2-40B4-BE49-F238E27FC236}">
                <a16:creationId xmlns:a16="http://schemas.microsoft.com/office/drawing/2014/main" id="{B6C897E6-A4FA-4590-8108-28619A1A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3381375"/>
            <a:ext cx="14287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ook-question">
            <a:extLst xmlns:a="http://schemas.openxmlformats.org/drawingml/2006/main">
              <a:ext uri="{FF2B5EF4-FFF2-40B4-BE49-F238E27FC236}">
                <a16:creationId xmlns:a16="http://schemas.microsoft.com/office/drawing/2014/main" id="{E6516F71-627B-4B77-B1D9-BC937D01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0002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162B"/>
                </a:solidFill>
              </a:defRPr>
            </a:pPr>
            <a:r>
              <a:rPr sz="2400" b="1">
                <a:solidFill>
                  <a:srgbClr val="23162B"/>
                </a:solidFill>
              </a:rPr>
              <a:t>อุปกรณ์ข้างใน “รู้” การเอียงได้อย่างไร?</a:t>
            </a:r>
          </a:p>
        </p:txBody>
      </p:sp>
      <p:sp>
        <p:nvSpPr>
          <p:cNvPr id="10" name="hook-prompt">
            <a:extLst xmlns:a="http://schemas.openxmlformats.org/drawingml/2006/main">
              <a:ext uri="{FF2B5EF4-FFF2-40B4-BE49-F238E27FC236}">
                <a16:creationId xmlns:a16="http://schemas.microsoft.com/office/drawing/2014/main" id="{E536915F-A8E0-4305-841C-68F78BD1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314325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5C6B"/>
                </a:solidFill>
              </a:defRPr>
            </a:pPr>
            <a:r>
              <a:rPr sz="1800" b="0">
                <a:solidFill>
                  <a:srgbClr val="665C6B"/>
                </a:solidFill>
              </a:rPr>
              <a:t>คิดคนเดียว 20 วินาที</a:t>
            </a:r>
          </a:p>
          <a:p xmlns:a="http://schemas.openxmlformats.org/drawingml/2006/main">
            <a:pPr algn="l">
              <a:defRPr sz="1800" b="0">
                <a:solidFill>
                  <a:srgbClr val="665C6B"/>
                </a:solidFill>
              </a:defRPr>
            </a:pPr>
            <a:r>
              <a:rPr sz="1800" b="0">
                <a:solidFill>
                  <a:srgbClr val="665C6B"/>
                </a:solidFill>
              </a:rPr>
              <a:t>จับคู่แลกเหตุผล</a:t>
            </a:r>
          </a:p>
          <a:p xmlns:a="http://schemas.openxmlformats.org/drawingml/2006/main">
            <a:pPr algn="l">
              <a:defRPr sz="1800" b="0">
                <a:solidFill>
                  <a:srgbClr val="665C6B"/>
                </a:solidFill>
              </a:defRPr>
            </a:pPr>
            <a:r>
              <a:rPr sz="1800" b="0">
                <a:solidFill>
                  <a:srgbClr val="665C6B"/>
                </a:solidFill>
              </a:rPr>
              <a:t>แล้วแชร์ 1 สมมติฐาน</a:t>
            </a:r>
          </a:p>
        </p:txBody>
      </p:sp>
      <p:sp>
        <p:nvSpPr>
          <p:cNvPr id="11" name="hook-no-penalty">
            <a:extLst xmlns:a="http://schemas.openxmlformats.org/drawingml/2006/main">
              <a:ext uri="{FF2B5EF4-FFF2-40B4-BE49-F238E27FC236}">
                <a16:creationId xmlns:a16="http://schemas.microsoft.com/office/drawing/2014/main" id="{3021C8F4-766D-438F-B694-DC39050A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4905375"/>
            <a:ext cx="2857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1670"/>
                </a:solidFill>
              </a:defRPr>
            </a:pPr>
            <a:r>
              <a:rPr sz="1275" b="1">
                <a:solidFill>
                  <a:srgbClr val="5E1670"/>
                </a:solidFill>
              </a:rPr>
              <a:t>คำตอบแรกไม่หักคะแนน</a:t>
            </a:r>
          </a:p>
        </p:txBody>
      </p:sp>
    </p:spTree>
    <p:extLst>
      <p:ext uri="{BB962C8B-B14F-4D97-AF65-F5344CB8AC3E}">
        <p14:creationId xmlns:p14="http://schemas.microsoft.com/office/powerpoint/2010/main" val="44380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-3">
            <a:extLst xmlns:a="http://schemas.openxmlformats.org/drawingml/2006/main">
              <a:ext uri="{FF2B5EF4-FFF2-40B4-BE49-F238E27FC236}">
                <a16:creationId xmlns:a16="http://schemas.microsoft.com/office/drawing/2014/main" id="{67B8E351-B14D-4D09-B9E3-55089B05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B089956A-38DE-4366-B5DF-3B7F7D67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PREDICT · ห้ามเปิดเว็บดูผลก่อน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4C00BE20-3C77-4EB5-818F-C9AC81D3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03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23F53B8B-AE23-424F-87BB-1A49AE72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ถ้าวัดได้ 800 mg จุดไฟจะเป็นอย่างไร?</a:t>
            </a:r>
          </a:p>
        </p:txBody>
      </p:sp>
      <p:sp>
        <p:nvSpPr>
          <p:cNvPr id="5" name="predict-context">
            <a:extLst xmlns:a="http://schemas.openxmlformats.org/drawingml/2006/main">
              <a:ext uri="{FF2B5EF4-FFF2-40B4-BE49-F238E27FC236}">
                <a16:creationId xmlns:a16="http://schemas.microsoft.com/office/drawing/2014/main" id="{68D59CAD-B541-4B5F-AB3C-E63019D4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2573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5C6B"/>
                </a:solidFill>
              </a:defRPr>
            </a:pPr>
            <a:r>
              <a:rPr sz="1650" b="0">
                <a:solidFill>
                  <a:srgbClr val="665C6B"/>
                </a:solidFill>
              </a:rPr>
              <a:t>สูตรตั้งช่วงไว้ −600 ถึง 600 และยังไม่ใช้ constrain()</a:t>
            </a:r>
          </a:p>
        </p:txBody>
      </p:sp>
      <p:sp>
        <p:nvSpPr>
          <p:cNvPr id="6" name="choice-A">
            <a:extLst xmlns:a="http://schemas.openxmlformats.org/drawingml/2006/main">
              <a:ext uri="{FF2B5EF4-FFF2-40B4-BE49-F238E27FC236}">
                <a16:creationId xmlns:a16="http://schemas.microsoft.com/office/drawing/2014/main" id="{98A85D11-5239-49E6-A7F4-0B2741B0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047875"/>
            <a:ext cx="857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6C7"/>
          </a:solidFill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7" name="choice-dot-A">
            <a:extLst xmlns:a="http://schemas.openxmlformats.org/drawingml/2006/main">
              <a:ext uri="{FF2B5EF4-FFF2-40B4-BE49-F238E27FC236}">
                <a16:creationId xmlns:a16="http://schemas.microsoft.com/office/drawing/2014/main" id="{06F1FA29-3EA6-4692-BCB4-8B5071A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oice-letter-A">
            <a:extLst xmlns:a="http://schemas.openxmlformats.org/drawingml/2006/main">
              <a:ext uri="{FF2B5EF4-FFF2-40B4-BE49-F238E27FC236}">
                <a16:creationId xmlns:a16="http://schemas.microsoft.com/office/drawing/2014/main" id="{08171447-8E0C-49E1-B40C-C93E3557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22574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choice-label-A">
            <a:extLst xmlns:a="http://schemas.openxmlformats.org/drawingml/2006/main">
              <a:ext uri="{FF2B5EF4-FFF2-40B4-BE49-F238E27FC236}">
                <a16:creationId xmlns:a16="http://schemas.microsoft.com/office/drawing/2014/main" id="{775374B4-2C5C-4426-9A50-451C66D8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22574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162B"/>
                </a:solidFill>
              </a:defRPr>
            </a:pPr>
            <a:r>
              <a:rPr sz="2025" b="1">
                <a:solidFill>
                  <a:srgbClr val="23162B"/>
                </a:solidFill>
              </a:rPr>
              <a:t>แสดงจุดไฟที่ขอบจอ</a:t>
            </a:r>
          </a:p>
        </p:txBody>
      </p:sp>
      <p:sp>
        <p:nvSpPr>
          <p:cNvPr id="10" name="choice-B">
            <a:extLst xmlns:a="http://schemas.openxmlformats.org/drawingml/2006/main">
              <a:ext uri="{FF2B5EF4-FFF2-40B4-BE49-F238E27FC236}">
                <a16:creationId xmlns:a16="http://schemas.microsoft.com/office/drawing/2014/main" id="{45DFF795-FA2A-4817-BA9B-5D5B707E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3238500"/>
            <a:ext cx="857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EAF8"/>
          </a:solidFill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11" name="choice-dot-B">
            <a:extLst xmlns:a="http://schemas.openxmlformats.org/drawingml/2006/main">
              <a:ext uri="{FF2B5EF4-FFF2-40B4-BE49-F238E27FC236}">
                <a16:creationId xmlns:a16="http://schemas.microsoft.com/office/drawing/2014/main" id="{9705B412-EB07-4EB9-BE6E-BCAD122E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3400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oice-letter-B">
            <a:extLst xmlns:a="http://schemas.openxmlformats.org/drawingml/2006/main">
              <a:ext uri="{FF2B5EF4-FFF2-40B4-BE49-F238E27FC236}">
                <a16:creationId xmlns:a16="http://schemas.microsoft.com/office/drawing/2014/main" id="{022B3039-4418-49F5-B01B-BE0183B7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3448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3" name="choice-label-B">
            <a:extLst xmlns:a="http://schemas.openxmlformats.org/drawingml/2006/main">
              <a:ext uri="{FF2B5EF4-FFF2-40B4-BE49-F238E27FC236}">
                <a16:creationId xmlns:a16="http://schemas.microsoft.com/office/drawing/2014/main" id="{33FA5C81-A4B2-4554-B679-98098BED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3448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162B"/>
                </a:solidFill>
              </a:defRPr>
            </a:pPr>
            <a:r>
              <a:rPr sz="2025" b="1">
                <a:solidFill>
                  <a:srgbClr val="23162B"/>
                </a:solidFill>
              </a:rPr>
              <a:t>จอค้าง / ไฟหาย</a:t>
            </a:r>
          </a:p>
        </p:txBody>
      </p:sp>
      <p:sp>
        <p:nvSpPr>
          <p:cNvPr id="14" name="choice-C">
            <a:extLst xmlns:a="http://schemas.openxmlformats.org/drawingml/2006/main">
              <a:ext uri="{FF2B5EF4-FFF2-40B4-BE49-F238E27FC236}">
                <a16:creationId xmlns:a16="http://schemas.microsoft.com/office/drawing/2014/main" id="{4256E11E-A9E8-4C02-A3E5-11EFBC19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429125"/>
            <a:ext cx="857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15" name="choice-dot-C">
            <a:extLst xmlns:a="http://schemas.openxmlformats.org/drawingml/2006/main">
              <a:ext uri="{FF2B5EF4-FFF2-40B4-BE49-F238E27FC236}">
                <a16:creationId xmlns:a16="http://schemas.microsoft.com/office/drawing/2014/main" id="{D9B99B08-1469-4F69-916D-04B0814D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4591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oice-letter-C">
            <a:extLst xmlns:a="http://schemas.openxmlformats.org/drawingml/2006/main">
              <a:ext uri="{FF2B5EF4-FFF2-40B4-BE49-F238E27FC236}">
                <a16:creationId xmlns:a16="http://schemas.microsoft.com/office/drawing/2014/main" id="{39ECD48F-A4AD-43B9-9D60-21E10535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46386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7" name="choice-label-C">
            <a:extLst xmlns:a="http://schemas.openxmlformats.org/drawingml/2006/main">
              <a:ext uri="{FF2B5EF4-FFF2-40B4-BE49-F238E27FC236}">
                <a16:creationId xmlns:a16="http://schemas.microsoft.com/office/drawing/2014/main" id="{E087A7E9-1FBC-40FE-A106-C22385A8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46386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162B"/>
                </a:solidFill>
              </a:defRPr>
            </a:pPr>
            <a:r>
              <a:rPr sz="2025" b="1">
                <a:solidFill>
                  <a:srgbClr val="23162B"/>
                </a:solidFill>
              </a:rPr>
              <a:t>จุดไฟกระพริบ</a:t>
            </a:r>
          </a:p>
        </p:txBody>
      </p:sp>
      <p:sp>
        <p:nvSpPr>
          <p:cNvPr id="18" name="predict-vote">
            <a:extLst xmlns:a="http://schemas.openxmlformats.org/drawingml/2006/main">
              <a:ext uri="{FF2B5EF4-FFF2-40B4-BE49-F238E27FC236}">
                <a16:creationId xmlns:a16="http://schemas.microsoft.com/office/drawing/2014/main" id="{D00359DC-F840-4F55-874F-8B30D02C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58102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1670"/>
                </a:solidFill>
              </a:defRPr>
            </a:pPr>
            <a:r>
              <a:rPr sz="1500" b="1">
                <a:solidFill>
                  <a:srgbClr val="5E1670"/>
                </a:solidFill>
              </a:rPr>
              <a:t>ยกนิ้ว 1 = A · 2 = B · 3 = C พร้อมบอกเหตุผล</a:t>
            </a:r>
          </a:p>
        </p:txBody>
      </p:sp>
    </p:spTree>
    <p:extLst>
      <p:ext uri="{BB962C8B-B14F-4D97-AF65-F5344CB8AC3E}">
        <p14:creationId xmlns:p14="http://schemas.microsoft.com/office/powerpoint/2010/main" val="103804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op-band-4">
            <a:extLst xmlns:a="http://schemas.openxmlformats.org/drawingml/2006/main">
              <a:ext uri="{FF2B5EF4-FFF2-40B4-BE49-F238E27FC236}">
                <a16:creationId xmlns:a16="http://schemas.microsoft.com/office/drawing/2014/main" id="{E60BE80D-F75E-47A6-81C0-C5FF65CF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C77D3CC8-F12C-48C0-87B9-BA50E3EB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OBSERVE · ดูผลแล้วอธิบาย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2753D99B-B86D-4B96-9AA9-C7C414B7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04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4FA180B2-2DD6-422A-8347-72F917CE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800 mg ถูก map เป็นประมาณ 4.67 — เกินขอบ 0–4</a:t>
            </a:r>
          </a:p>
        </p:txBody>
      </p:sp>
      <p:sp>
        <p:nvSpPr>
          <p:cNvPr id="5" name="observe-formula">
            <a:extLst xmlns:a="http://schemas.openxmlformats.org/drawingml/2006/main">
              <a:ext uri="{FF2B5EF4-FFF2-40B4-BE49-F238E27FC236}">
                <a16:creationId xmlns:a16="http://schemas.microsoft.com/office/drawing/2014/main" id="{A248BCD0-B58A-4AC4-8CB6-8A20D2A4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6192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E1670"/>
                </a:solidFill>
              </a:defRPr>
            </a:pPr>
            <a:r>
              <a:rPr sz="2550" b="1">
                <a:solidFill>
                  <a:srgbClr val="5E1670"/>
                </a:solidFill>
              </a:rPr>
              <a:t>map(800, −600, 600, 0, 4) ≈ 4.67</a:t>
            </a:r>
          </a:p>
        </p:txBody>
      </p:sp>
      <p:sp>
        <p:nvSpPr>
          <p:cNvPr id="6" name="observe-arrow">
            <a:extLst xmlns:a="http://schemas.openxmlformats.org/drawingml/2006/main">
              <a:ext uri="{FF2B5EF4-FFF2-40B4-BE49-F238E27FC236}">
                <a16:creationId xmlns:a16="http://schemas.microsoft.com/office/drawing/2014/main" id="{C19AFA1B-21F3-467A-8B81-BEE3B0B6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571750"/>
            <a:ext cx="161925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bserve-led-0-0">
            <a:extLst xmlns:a="http://schemas.openxmlformats.org/drawingml/2006/main">
              <a:ext uri="{FF2B5EF4-FFF2-40B4-BE49-F238E27FC236}">
                <a16:creationId xmlns:a16="http://schemas.microsoft.com/office/drawing/2014/main" id="{2F4F5257-FD5F-4B82-9F8E-CC357AB4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5555" y="1864805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bserve-led-0-1">
            <a:extLst xmlns:a="http://schemas.openxmlformats.org/drawingml/2006/main">
              <a:ext uri="{FF2B5EF4-FFF2-40B4-BE49-F238E27FC236}">
                <a16:creationId xmlns:a16="http://schemas.microsoft.com/office/drawing/2014/main" id="{A72F5597-3C6D-40ED-99F4-C035D528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105" y="1864805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bserve-led-0-2">
            <a:extLst xmlns:a="http://schemas.openxmlformats.org/drawingml/2006/main">
              <a:ext uri="{FF2B5EF4-FFF2-40B4-BE49-F238E27FC236}">
                <a16:creationId xmlns:a16="http://schemas.microsoft.com/office/drawing/2014/main" id="{5FB51F90-43FC-4059-9102-F3D37799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6655" y="1864805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serve-led-0-3">
            <a:extLst xmlns:a="http://schemas.openxmlformats.org/drawingml/2006/main">
              <a:ext uri="{FF2B5EF4-FFF2-40B4-BE49-F238E27FC236}">
                <a16:creationId xmlns:a16="http://schemas.microsoft.com/office/drawing/2014/main" id="{409BEA84-B4AB-4BD3-A2E2-3CE197D4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7205" y="1864805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serve-led-0-4">
            <a:extLst xmlns:a="http://schemas.openxmlformats.org/drawingml/2006/main">
              <a:ext uri="{FF2B5EF4-FFF2-40B4-BE49-F238E27FC236}">
                <a16:creationId xmlns:a16="http://schemas.microsoft.com/office/drawing/2014/main" id="{4682CA20-71BC-47FA-B21E-F77D32AA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7755" y="1864805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bserve-led-1-0">
            <a:extLst xmlns:a="http://schemas.openxmlformats.org/drawingml/2006/main">
              <a:ext uri="{FF2B5EF4-FFF2-40B4-BE49-F238E27FC236}">
                <a16:creationId xmlns:a16="http://schemas.microsoft.com/office/drawing/2014/main" id="{F1F393B6-C547-429A-84A7-D89882EB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5555" y="245535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bserve-led-1-1">
            <a:extLst xmlns:a="http://schemas.openxmlformats.org/drawingml/2006/main">
              <a:ext uri="{FF2B5EF4-FFF2-40B4-BE49-F238E27FC236}">
                <a16:creationId xmlns:a16="http://schemas.microsoft.com/office/drawing/2014/main" id="{435B5A38-6941-4486-9A49-254C2422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105" y="245535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serve-led-1-2">
            <a:extLst xmlns:a="http://schemas.openxmlformats.org/drawingml/2006/main">
              <a:ext uri="{FF2B5EF4-FFF2-40B4-BE49-F238E27FC236}">
                <a16:creationId xmlns:a16="http://schemas.microsoft.com/office/drawing/2014/main" id="{5360AD8F-48E8-4B48-9C77-CB6635D4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6655" y="245535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bserve-led-1-3">
            <a:extLst xmlns:a="http://schemas.openxmlformats.org/drawingml/2006/main">
              <a:ext uri="{FF2B5EF4-FFF2-40B4-BE49-F238E27FC236}">
                <a16:creationId xmlns:a16="http://schemas.microsoft.com/office/drawing/2014/main" id="{FF8E274F-1479-4907-AD06-04693A74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7205" y="245535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serve-led-1-4">
            <a:extLst xmlns:a="http://schemas.openxmlformats.org/drawingml/2006/main">
              <a:ext uri="{FF2B5EF4-FFF2-40B4-BE49-F238E27FC236}">
                <a16:creationId xmlns:a16="http://schemas.microsoft.com/office/drawing/2014/main" id="{00F5657E-A837-420D-862E-799223B7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7755" y="245535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bserve-led-2-0">
            <a:extLst xmlns:a="http://schemas.openxmlformats.org/drawingml/2006/main">
              <a:ext uri="{FF2B5EF4-FFF2-40B4-BE49-F238E27FC236}">
                <a16:creationId xmlns:a16="http://schemas.microsoft.com/office/drawing/2014/main" id="{AA14F6AD-87A2-4708-B61C-6BB2D7E5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5555" y="304590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bserve-led-2-1">
            <a:extLst xmlns:a="http://schemas.openxmlformats.org/drawingml/2006/main">
              <a:ext uri="{FF2B5EF4-FFF2-40B4-BE49-F238E27FC236}">
                <a16:creationId xmlns:a16="http://schemas.microsoft.com/office/drawing/2014/main" id="{F2D1BEC6-7DF3-4AD4-952A-DEE458EB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105" y="304590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serve-led-2-2">
            <a:extLst xmlns:a="http://schemas.openxmlformats.org/drawingml/2006/main">
              <a:ext uri="{FF2B5EF4-FFF2-40B4-BE49-F238E27FC236}">
                <a16:creationId xmlns:a16="http://schemas.microsoft.com/office/drawing/2014/main" id="{EF7E1C82-D375-4F6F-9C2E-EE1F82EE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6655" y="304590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bserve-led-2-3">
            <a:extLst xmlns:a="http://schemas.openxmlformats.org/drawingml/2006/main">
              <a:ext uri="{FF2B5EF4-FFF2-40B4-BE49-F238E27FC236}">
                <a16:creationId xmlns:a16="http://schemas.microsoft.com/office/drawing/2014/main" id="{6FD28060-8841-42B4-B169-6B78E616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7205" y="304590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bserve-led-2-4">
            <a:extLst xmlns:a="http://schemas.openxmlformats.org/drawingml/2006/main">
              <a:ext uri="{FF2B5EF4-FFF2-40B4-BE49-F238E27FC236}">
                <a16:creationId xmlns:a16="http://schemas.microsoft.com/office/drawing/2014/main" id="{3D94BB85-69AB-406B-8F04-2FB22A90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7755" y="304590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serve-led-3-0">
            <a:extLst xmlns:a="http://schemas.openxmlformats.org/drawingml/2006/main">
              <a:ext uri="{FF2B5EF4-FFF2-40B4-BE49-F238E27FC236}">
                <a16:creationId xmlns:a16="http://schemas.microsoft.com/office/drawing/2014/main" id="{FB3A2968-1FD6-47D2-B923-6266F633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5555" y="363645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bserve-led-3-1">
            <a:extLst xmlns:a="http://schemas.openxmlformats.org/drawingml/2006/main">
              <a:ext uri="{FF2B5EF4-FFF2-40B4-BE49-F238E27FC236}">
                <a16:creationId xmlns:a16="http://schemas.microsoft.com/office/drawing/2014/main" id="{B8B15376-E8A2-4622-AEE1-A0EC9BD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105" y="363645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bserve-led-3-2">
            <a:extLst xmlns:a="http://schemas.openxmlformats.org/drawingml/2006/main">
              <a:ext uri="{FF2B5EF4-FFF2-40B4-BE49-F238E27FC236}">
                <a16:creationId xmlns:a16="http://schemas.microsoft.com/office/drawing/2014/main" id="{BBD22359-6C38-4E38-8B78-557C85E1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6655" y="363645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serve-led-3-3">
            <a:extLst xmlns:a="http://schemas.openxmlformats.org/drawingml/2006/main">
              <a:ext uri="{FF2B5EF4-FFF2-40B4-BE49-F238E27FC236}">
                <a16:creationId xmlns:a16="http://schemas.microsoft.com/office/drawing/2014/main" id="{61E49B1F-C1E3-4D2E-89C6-0F4479DC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7205" y="363645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bserve-led-3-4">
            <a:extLst xmlns:a="http://schemas.openxmlformats.org/drawingml/2006/main">
              <a:ext uri="{FF2B5EF4-FFF2-40B4-BE49-F238E27FC236}">
                <a16:creationId xmlns:a16="http://schemas.microsoft.com/office/drawing/2014/main" id="{A38B61D2-4931-4B4B-9E06-A697453C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7755" y="3636454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bserve-led-4-0">
            <a:extLst xmlns:a="http://schemas.openxmlformats.org/drawingml/2006/main">
              <a:ext uri="{FF2B5EF4-FFF2-40B4-BE49-F238E27FC236}">
                <a16:creationId xmlns:a16="http://schemas.microsoft.com/office/drawing/2014/main" id="{99DF2588-7357-431E-994C-249A064E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5555" y="4227005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serve-led-4-1">
            <a:extLst xmlns:a="http://schemas.openxmlformats.org/drawingml/2006/main">
              <a:ext uri="{FF2B5EF4-FFF2-40B4-BE49-F238E27FC236}">
                <a16:creationId xmlns:a16="http://schemas.microsoft.com/office/drawing/2014/main" id="{0A502142-22C1-4727-AFD5-8C08606D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105" y="4227005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bserve-led-4-2">
            <a:extLst xmlns:a="http://schemas.openxmlformats.org/drawingml/2006/main">
              <a:ext uri="{FF2B5EF4-FFF2-40B4-BE49-F238E27FC236}">
                <a16:creationId xmlns:a16="http://schemas.microsoft.com/office/drawing/2014/main" id="{FC1267AE-E39D-417E-9BCA-51646761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6655" y="4227005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bserve-led-4-3">
            <a:extLst xmlns:a="http://schemas.openxmlformats.org/drawingml/2006/main">
              <a:ext uri="{FF2B5EF4-FFF2-40B4-BE49-F238E27FC236}">
                <a16:creationId xmlns:a16="http://schemas.microsoft.com/office/drawing/2014/main" id="{60A4DC52-6CB7-45A0-99AF-A6140149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7205" y="4227005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bserve-led-4-4">
            <a:extLst xmlns:a="http://schemas.openxmlformats.org/drawingml/2006/main">
              <a:ext uri="{FF2B5EF4-FFF2-40B4-BE49-F238E27FC236}">
                <a16:creationId xmlns:a16="http://schemas.microsoft.com/office/drawing/2014/main" id="{43F1FD9B-D4F9-4D49-BA93-42F5C0D1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7755" y="4227005"/>
            <a:ext cx="366141" cy="366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bserve-grid-label">
            <a:extLst xmlns:a="http://schemas.openxmlformats.org/drawingml/2006/main">
              <a:ext uri="{FF2B5EF4-FFF2-40B4-BE49-F238E27FC236}">
                <a16:creationId xmlns:a16="http://schemas.microsoft.com/office/drawing/2014/main" id="{34BF6976-F8F3-4942-B85F-7CAE7DFA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5334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392B"/>
                </a:solidFill>
              </a:defRPr>
            </a:pPr>
            <a:r>
              <a:rPr sz="1500" b="1">
                <a:solidFill>
                  <a:srgbClr val="C0392B"/>
                </a:solidFill>
              </a:rPr>
              <a:t>ไม่มีพิกัด 4.67 บนจอ 5×5</a:t>
            </a:r>
          </a:p>
        </p:txBody>
      </p:sp>
      <p:sp>
        <p:nvSpPr>
          <p:cNvPr id="33" name="observe-answer">
            <a:extLst xmlns:a="http://schemas.openxmlformats.org/drawingml/2006/main">
              <a:ext uri="{FF2B5EF4-FFF2-40B4-BE49-F238E27FC236}">
                <a16:creationId xmlns:a16="http://schemas.microsoft.com/office/drawing/2014/main" id="{3B95C706-BA5F-410C-AB26-54B7DAED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333750"/>
            <a:ext cx="581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E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observe-answer-label">
            <a:extLst xmlns:a="http://schemas.openxmlformats.org/drawingml/2006/main">
              <a:ext uri="{FF2B5EF4-FFF2-40B4-BE49-F238E27FC236}">
                <a16:creationId xmlns:a16="http://schemas.microsoft.com/office/drawing/2014/main" id="{282ED3A1-721D-429D-BED5-4C363372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36195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E24AA"/>
                </a:solidFill>
              </a:defRPr>
            </a:pPr>
            <a:r>
              <a:rPr sz="1425" b="1">
                <a:solidFill>
                  <a:srgbClr val="8E24AA"/>
                </a:solidFill>
              </a:rPr>
              <a:t>คำตอบที่สอดคล้องกับกรณีทดสอบ</a:t>
            </a:r>
          </a:p>
        </p:txBody>
      </p:sp>
      <p:sp>
        <p:nvSpPr>
          <p:cNvPr id="35" name="observe-answer-text">
            <a:extLst xmlns:a="http://schemas.openxmlformats.org/drawingml/2006/main">
              <a:ext uri="{FF2B5EF4-FFF2-40B4-BE49-F238E27FC236}">
                <a16:creationId xmlns:a16="http://schemas.microsoft.com/office/drawing/2014/main" id="{E7150246-C881-4995-B5FE-0D80AC00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40481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3162B"/>
                </a:solidFill>
              </a:defRPr>
            </a:pPr>
            <a:r>
              <a:rPr sz="2175" b="1">
                <a:solidFill>
                  <a:srgbClr val="23162B"/>
                </a:solidFill>
              </a:rPr>
              <a:t>B · จอสะดุด / ไฟหาย</a:t>
            </a:r>
          </a:p>
          <a:p xmlns:a="http://schemas.openxmlformats.org/drawingml/2006/main">
            <a:pPr algn="l">
              <a:defRPr sz="2175" b="1">
                <a:solidFill>
                  <a:srgbClr val="23162B"/>
                </a:solidFill>
              </a:defRPr>
            </a:pPr>
            <a:r>
              <a:rPr sz="2175" b="1">
                <a:solidFill>
                  <a:srgbClr val="23162B"/>
                </a:solidFill>
              </a:rPr>
              <a:t>เมื่อยังไม่มี constrain()</a:t>
            </a:r>
          </a:p>
        </p:txBody>
      </p:sp>
      <p:sp>
        <p:nvSpPr>
          <p:cNvPr id="36" name="observe-transition">
            <a:extLst xmlns:a="http://schemas.openxmlformats.org/drawingml/2006/main">
              <a:ext uri="{FF2B5EF4-FFF2-40B4-BE49-F238E27FC236}">
                <a16:creationId xmlns:a16="http://schemas.microsoft.com/office/drawing/2014/main" id="{3F7C0045-5967-4D55-8752-F8BE769A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5721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5C6B"/>
                </a:solidFill>
              </a:defRPr>
            </a:pPr>
            <a:r>
              <a:rPr sz="1725" b="0">
                <a:solidFill>
                  <a:srgbClr val="665C6B"/>
                </a:solidFill>
              </a:rPr>
              <a:t>แล้วเราจะแปลงช่วงอย่างถูกวิธีได้อย่างไร?</a:t>
            </a:r>
          </a:p>
        </p:txBody>
      </p:sp>
    </p:spTree>
    <p:extLst>
      <p:ext uri="{BB962C8B-B14F-4D97-AF65-F5344CB8AC3E}">
        <p14:creationId xmlns:p14="http://schemas.microsoft.com/office/powerpoint/2010/main" val="1560531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band-5">
            <a:extLst xmlns:a="http://schemas.openxmlformats.org/drawingml/2006/main">
              <a:ext uri="{FF2B5EF4-FFF2-40B4-BE49-F238E27FC236}">
                <a16:creationId xmlns:a16="http://schemas.microsoft.com/office/drawing/2014/main" id="{EF2E268B-8FFA-4A07-97D4-FB424402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E48540E8-52CF-4C74-B783-EF82839D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UNPLUGGED · เข้าใจ map() โดยไม่เขียนโค้ด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16BD49A9-62C4-4223-8E40-C7A40FBB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05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ED4B6EC9-C066-4F0F-A791-85E0E049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แปลงคะแนน 0–100 เป็นเกรด 0–4 ด้วยสัดส่วนเดียวกัน</a:t>
            </a:r>
          </a:p>
        </p:txBody>
      </p:sp>
      <p:sp>
        <p:nvSpPr>
          <p:cNvPr id="5" name="score-line">
            <a:extLst xmlns:a="http://schemas.openxmlformats.org/drawingml/2006/main">
              <a:ext uri="{FF2B5EF4-FFF2-40B4-BE49-F238E27FC236}">
                <a16:creationId xmlns:a16="http://schemas.microsoft.com/office/drawing/2014/main" id="{4E434748-1BE2-4AE6-A989-E4909C3A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6670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E24AA"/>
            </a:solidFill>
            <a:prstDash val="solid"/>
          </a:ln>
        </p:spPr>
      </p:sp>
      <p:sp>
        <p:nvSpPr>
          <p:cNvPr id="6" name="score-dot-0">
            <a:extLst xmlns:a="http://schemas.openxmlformats.org/drawingml/2006/main">
              <a:ext uri="{FF2B5EF4-FFF2-40B4-BE49-F238E27FC236}">
                <a16:creationId xmlns:a16="http://schemas.microsoft.com/office/drawing/2014/main" id="{6C1B3E06-0A1A-4917-B26B-3DF087A1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495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ore-0">
            <a:extLst xmlns:a="http://schemas.openxmlformats.org/drawingml/2006/main">
              <a:ext uri="{FF2B5EF4-FFF2-40B4-BE49-F238E27FC236}">
                <a16:creationId xmlns:a16="http://schemas.microsoft.com/office/drawing/2014/main" id="{4D36A7E4-C0E5-4690-A348-3127814E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162B"/>
                </a:solidFill>
              </a:defRPr>
            </a:pPr>
            <a:r>
              <a:rPr sz="1800" b="1">
                <a:solidFill>
                  <a:srgbClr val="23162B"/>
                </a:solidFill>
              </a:rPr>
              <a:t>0 คะแนน</a:t>
            </a:r>
          </a:p>
        </p:txBody>
      </p:sp>
      <p:sp>
        <p:nvSpPr>
          <p:cNvPr id="8" name="grade-0">
            <a:extLst xmlns:a="http://schemas.openxmlformats.org/drawingml/2006/main">
              <a:ext uri="{FF2B5EF4-FFF2-40B4-BE49-F238E27FC236}">
                <a16:creationId xmlns:a16="http://schemas.microsoft.com/office/drawing/2014/main" id="{A909442C-39F5-44B4-84C7-1869FC48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1432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1670"/>
                </a:solidFill>
              </a:defRPr>
            </a:pPr>
            <a:r>
              <a:rPr sz="2100" b="1">
                <a:solidFill>
                  <a:srgbClr val="5E1670"/>
                </a:solidFill>
              </a:rPr>
              <a:t>เกรด 0</a:t>
            </a:r>
          </a:p>
        </p:txBody>
      </p:sp>
      <p:sp>
        <p:nvSpPr>
          <p:cNvPr id="9" name="score-dot-1">
            <a:extLst xmlns:a="http://schemas.openxmlformats.org/drawingml/2006/main">
              <a:ext uri="{FF2B5EF4-FFF2-40B4-BE49-F238E27FC236}">
                <a16:creationId xmlns:a16="http://schemas.microsoft.com/office/drawing/2014/main" id="{DFFEEB9A-4D24-4606-A060-51E5C6B5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2495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ore-1">
            <a:extLst xmlns:a="http://schemas.openxmlformats.org/drawingml/2006/main">
              <a:ext uri="{FF2B5EF4-FFF2-40B4-BE49-F238E27FC236}">
                <a16:creationId xmlns:a16="http://schemas.microsoft.com/office/drawing/2014/main" id="{ED70E5EC-970A-4BDD-96C8-ACE85D9B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162B"/>
                </a:solidFill>
              </a:defRPr>
            </a:pPr>
            <a:r>
              <a:rPr sz="1800" b="1">
                <a:solidFill>
                  <a:srgbClr val="23162B"/>
                </a:solidFill>
              </a:rPr>
              <a:t>50 คะแนน</a:t>
            </a:r>
          </a:p>
        </p:txBody>
      </p:sp>
      <p:sp>
        <p:nvSpPr>
          <p:cNvPr id="11" name="grade-1">
            <a:extLst xmlns:a="http://schemas.openxmlformats.org/drawingml/2006/main">
              <a:ext uri="{FF2B5EF4-FFF2-40B4-BE49-F238E27FC236}">
                <a16:creationId xmlns:a16="http://schemas.microsoft.com/office/drawing/2014/main" id="{594A6A44-EB50-49DC-9955-35EA9405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1432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1670"/>
                </a:solidFill>
              </a:defRPr>
            </a:pPr>
            <a:r>
              <a:rPr sz="2100" b="1">
                <a:solidFill>
                  <a:srgbClr val="5E1670"/>
                </a:solidFill>
              </a:rPr>
              <a:t>เกรด 2</a:t>
            </a:r>
          </a:p>
        </p:txBody>
      </p:sp>
      <p:sp>
        <p:nvSpPr>
          <p:cNvPr id="12" name="score-dot-2">
            <a:extLst xmlns:a="http://schemas.openxmlformats.org/drawingml/2006/main">
              <a:ext uri="{FF2B5EF4-FFF2-40B4-BE49-F238E27FC236}">
                <a16:creationId xmlns:a16="http://schemas.microsoft.com/office/drawing/2014/main" id="{7FE1666D-0FAB-4163-A286-427B0F80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2495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ore-2">
            <a:extLst xmlns:a="http://schemas.openxmlformats.org/drawingml/2006/main">
              <a:ext uri="{FF2B5EF4-FFF2-40B4-BE49-F238E27FC236}">
                <a16:creationId xmlns:a16="http://schemas.microsoft.com/office/drawing/2014/main" id="{FBE8C57B-3630-4C4D-ACDC-E78D6077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162B"/>
                </a:solidFill>
              </a:defRPr>
            </a:pPr>
            <a:r>
              <a:rPr sz="1800" b="1">
                <a:solidFill>
                  <a:srgbClr val="23162B"/>
                </a:solidFill>
              </a:rPr>
              <a:t>100 คะแนน</a:t>
            </a:r>
          </a:p>
        </p:txBody>
      </p:sp>
      <p:sp>
        <p:nvSpPr>
          <p:cNvPr id="14" name="grade-2">
            <a:extLst xmlns:a="http://schemas.openxmlformats.org/drawingml/2006/main">
              <a:ext uri="{FF2B5EF4-FFF2-40B4-BE49-F238E27FC236}">
                <a16:creationId xmlns:a16="http://schemas.microsoft.com/office/drawing/2014/main" id="{D1FEAF54-A564-4C8D-8CFC-3E4C2C7F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31432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1670"/>
                </a:solidFill>
              </a:defRPr>
            </a:pPr>
            <a:r>
              <a:rPr sz="2100" b="1">
                <a:solidFill>
                  <a:srgbClr val="5E1670"/>
                </a:solidFill>
              </a:rPr>
              <a:t>เกรด 4</a:t>
            </a:r>
          </a:p>
        </p:txBody>
      </p:sp>
      <p:sp>
        <p:nvSpPr>
          <p:cNvPr id="15" name="unplugged-rule">
            <a:extLst xmlns:a="http://schemas.openxmlformats.org/drawingml/2006/main">
              <a:ext uri="{FF2B5EF4-FFF2-40B4-BE49-F238E27FC236}">
                <a16:creationId xmlns:a16="http://schemas.microsoft.com/office/drawing/2014/main" id="{37114B39-6A7F-474F-805C-5CCB1D1F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41910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E24AA"/>
                </a:solidFill>
              </a:defRPr>
            </a:pPr>
            <a:r>
              <a:rPr sz="2250" b="1">
                <a:solidFill>
                  <a:srgbClr val="8E24AA"/>
                </a:solidFill>
              </a:rPr>
              <a:t>ค่ากลางของช่วงเดิม → ค่ากลางของช่วงใหม่</a:t>
            </a:r>
          </a:p>
        </p:txBody>
      </p:sp>
      <p:sp>
        <p:nvSpPr>
          <p:cNvPr id="16" name="unplugged-task">
            <a:extLst xmlns:a="http://schemas.openxmlformats.org/drawingml/2006/main">
              <a:ext uri="{FF2B5EF4-FFF2-40B4-BE49-F238E27FC236}">
                <a16:creationId xmlns:a16="http://schemas.microsoft.com/office/drawing/2014/main" id="{6318F6AF-2727-4948-AE85-37250032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5000625"/>
            <a:ext cx="7429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unplugged-task-text">
            <a:extLst xmlns:a="http://schemas.openxmlformats.org/drawingml/2006/main">
              <a:ext uri="{FF2B5EF4-FFF2-40B4-BE49-F238E27FC236}">
                <a16:creationId xmlns:a16="http://schemas.microsoft.com/office/drawing/2014/main" id="{10A2FB0D-0E7E-4729-93BD-8B18E83C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625" y="52387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3162B"/>
                </a:solidFill>
              </a:defRPr>
            </a:pPr>
            <a:r>
              <a:rPr sz="1725" b="1">
                <a:solidFill>
                  <a:srgbClr val="23162B"/>
                </a:solidFill>
              </a:rPr>
              <a:t>ลองลากสไลเดอร์ในเว็บ: 25 คะแนนควรได้เกรดเท่าไร?</a:t>
            </a:r>
          </a:p>
        </p:txBody>
      </p:sp>
    </p:spTree>
    <p:extLst>
      <p:ext uri="{BB962C8B-B14F-4D97-AF65-F5344CB8AC3E}">
        <p14:creationId xmlns:p14="http://schemas.microsoft.com/office/powerpoint/2010/main" val="1819660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band-6">
            <a:extLst xmlns:a="http://schemas.openxmlformats.org/drawingml/2006/main">
              <a:ext uri="{FF2B5EF4-FFF2-40B4-BE49-F238E27FC236}">
                <a16:creationId xmlns:a16="http://schemas.microsoft.com/office/drawing/2014/main" id="{13E594A9-27D2-4888-AF16-D8B4A677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641E1017-CB38-4949-A773-1A258383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EXPLAIN · อ่านค่า accelerometer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8AC592D6-C678-4954-8058-4F17D71B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06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56DF1536-27F1-45DE-B22A-718581B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1000 mg = 1 g และมุมเอียงทำให้ค่าที่อ่านเปลี่ยน</a:t>
            </a:r>
          </a:p>
        </p:txBody>
      </p:sp>
      <p:sp>
        <p:nvSpPr>
          <p:cNvPr id="5" name="board-0">
            <a:extLst xmlns:a="http://schemas.openxmlformats.org/drawingml/2006/main">
              <a:ext uri="{FF2B5EF4-FFF2-40B4-BE49-F238E27FC236}">
                <a16:creationId xmlns:a16="http://schemas.microsoft.com/office/drawing/2014/main" id="{8E0E32D7-2E02-4379-8DE3-C08E5498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" y="2571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5E1670"/>
          </a:solidFill>
          <a:ln xmlns:a="http://schemas.openxmlformats.org/drawingml/2006/main" w="38100">
            <a:solidFill>
              <a:srgbClr val="F4C430"/>
            </a:solidFill>
            <a:prstDash val="solid"/>
          </a:ln>
        </p:spPr>
      </p:sp>
      <p:sp>
        <p:nvSpPr>
          <p:cNvPr id="6" name="board-led-0">
            <a:extLst xmlns:a="http://schemas.openxmlformats.org/drawingml/2006/main">
              <a:ext uri="{FF2B5EF4-FFF2-40B4-BE49-F238E27FC236}">
                <a16:creationId xmlns:a16="http://schemas.microsoft.com/office/drawing/2014/main" id="{12568C61-FB4C-4298-9248-9E46CF0E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2981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ard-value-0">
            <a:extLst xmlns:a="http://schemas.openxmlformats.org/drawingml/2006/main">
              <a:ext uri="{FF2B5EF4-FFF2-40B4-BE49-F238E27FC236}">
                <a16:creationId xmlns:a16="http://schemas.microsoft.com/office/drawing/2014/main" id="{1B576E6C-180B-4DA9-BFC9-34FEF58A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0957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8E24AA"/>
                </a:solidFill>
              </a:defRPr>
            </a:pPr>
            <a:r>
              <a:rPr sz="2025" b="1">
                <a:solidFill>
                  <a:srgbClr val="8E24AA"/>
                </a:solidFill>
              </a:rPr>
              <a:t>0 mg</a:t>
            </a:r>
          </a:p>
        </p:txBody>
      </p:sp>
      <p:sp>
        <p:nvSpPr>
          <p:cNvPr id="8" name="board-label-0">
            <a:extLst xmlns:a="http://schemas.openxmlformats.org/drawingml/2006/main">
              <a:ext uri="{FF2B5EF4-FFF2-40B4-BE49-F238E27FC236}">
                <a16:creationId xmlns:a16="http://schemas.microsoft.com/office/drawing/2014/main" id="{0248B46B-C7CD-418D-810D-630759DD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5720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5C6B"/>
                </a:solidFill>
              </a:defRPr>
            </a:pPr>
            <a:r>
              <a:rPr sz="1500" b="0">
                <a:solidFill>
                  <a:srgbClr val="665C6B"/>
                </a:solidFill>
              </a:rPr>
              <a:t>บอร์ดราบ</a:t>
            </a:r>
          </a:p>
        </p:txBody>
      </p:sp>
      <p:sp>
        <p:nvSpPr>
          <p:cNvPr id="9" name="board-1">
            <a:extLst xmlns:a="http://schemas.openxmlformats.org/drawingml/2006/main">
              <a:ext uri="{FF2B5EF4-FFF2-40B4-BE49-F238E27FC236}">
                <a16:creationId xmlns:a16="http://schemas.microsoft.com/office/drawing/2014/main" id="{13D7F49C-7255-4C1F-B0C4-C70F78BD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80000">
            <a:off x="5048250" y="2571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5E1670"/>
          </a:solidFill>
          <a:ln xmlns:a="http://schemas.openxmlformats.org/drawingml/2006/main" w="38100">
            <a:solidFill>
              <a:srgbClr val="F4C430"/>
            </a:solidFill>
            <a:prstDash val="solid"/>
          </a:ln>
        </p:spPr>
      </p:sp>
      <p:sp>
        <p:nvSpPr>
          <p:cNvPr id="10" name="board-led-1">
            <a:extLst xmlns:a="http://schemas.openxmlformats.org/drawingml/2006/main">
              <a:ext uri="{FF2B5EF4-FFF2-40B4-BE49-F238E27FC236}">
                <a16:creationId xmlns:a16="http://schemas.microsoft.com/office/drawing/2014/main" id="{8EAD3E7F-E120-4B13-96BD-15211FB5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4075" y="2981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ard-value-1">
            <a:extLst xmlns:a="http://schemas.openxmlformats.org/drawingml/2006/main">
              <a:ext uri="{FF2B5EF4-FFF2-40B4-BE49-F238E27FC236}">
                <a16:creationId xmlns:a16="http://schemas.microsoft.com/office/drawing/2014/main" id="{A87B5C53-FED1-419F-9015-1FB1B1EF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40957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8E24AA"/>
                </a:solidFill>
              </a:defRPr>
            </a:pPr>
            <a:r>
              <a:rPr sz="2025" b="1">
                <a:solidFill>
                  <a:srgbClr val="8E24AA"/>
                </a:solidFill>
              </a:rPr>
              <a:t>≈ ±600 mg</a:t>
            </a:r>
          </a:p>
        </p:txBody>
      </p:sp>
      <p:sp>
        <p:nvSpPr>
          <p:cNvPr id="12" name="board-label-1">
            <a:extLst xmlns:a="http://schemas.openxmlformats.org/drawingml/2006/main">
              <a:ext uri="{FF2B5EF4-FFF2-40B4-BE49-F238E27FC236}">
                <a16:creationId xmlns:a16="http://schemas.microsoft.com/office/drawing/2014/main" id="{60416DDA-E2A8-4182-B27D-2CF7612B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45720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5C6B"/>
                </a:solidFill>
              </a:defRPr>
            </a:pPr>
            <a:r>
              <a:rPr sz="1500" b="0">
                <a:solidFill>
                  <a:srgbClr val="665C6B"/>
                </a:solidFill>
              </a:rPr>
              <a:t>เอียงมือ 35–40°</a:t>
            </a:r>
          </a:p>
        </p:txBody>
      </p:sp>
      <p:sp>
        <p:nvSpPr>
          <p:cNvPr id="13" name="board-2">
            <a:extLst xmlns:a="http://schemas.openxmlformats.org/drawingml/2006/main">
              <a:ext uri="{FF2B5EF4-FFF2-40B4-BE49-F238E27FC236}">
                <a16:creationId xmlns:a16="http://schemas.microsoft.com/office/drawing/2014/main" id="{0741DC2E-9C26-45D4-9A39-1C4B1C03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620125" y="2571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5E1670"/>
          </a:solidFill>
          <a:ln xmlns:a="http://schemas.openxmlformats.org/drawingml/2006/main" w="38100">
            <a:solidFill>
              <a:srgbClr val="F4C430"/>
            </a:solidFill>
            <a:prstDash val="solid"/>
          </a:ln>
        </p:spPr>
      </p:sp>
      <p:sp>
        <p:nvSpPr>
          <p:cNvPr id="14" name="board-led-2">
            <a:extLst xmlns:a="http://schemas.openxmlformats.org/drawingml/2006/main">
              <a:ext uri="{FF2B5EF4-FFF2-40B4-BE49-F238E27FC236}">
                <a16:creationId xmlns:a16="http://schemas.microsoft.com/office/drawing/2014/main" id="{1286E4E3-77B0-4360-A91A-CC2BB021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950" y="2981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ard-value-2">
            <a:extLst xmlns:a="http://schemas.openxmlformats.org/drawingml/2006/main">
              <a:ext uri="{FF2B5EF4-FFF2-40B4-BE49-F238E27FC236}">
                <a16:creationId xmlns:a16="http://schemas.microsoft.com/office/drawing/2014/main" id="{5DECC5D1-89AE-41A8-A19C-B617E53A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40957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8E24AA"/>
                </a:solidFill>
              </a:defRPr>
            </a:pPr>
            <a:r>
              <a:rPr sz="2025" b="1">
                <a:solidFill>
                  <a:srgbClr val="8E24AA"/>
                </a:solidFill>
              </a:rPr>
              <a:t>≈ ±1000 mg</a:t>
            </a:r>
          </a:p>
        </p:txBody>
      </p:sp>
      <p:sp>
        <p:nvSpPr>
          <p:cNvPr id="16" name="board-label-2">
            <a:extLst xmlns:a="http://schemas.openxmlformats.org/drawingml/2006/main">
              <a:ext uri="{FF2B5EF4-FFF2-40B4-BE49-F238E27FC236}">
                <a16:creationId xmlns:a16="http://schemas.microsoft.com/office/drawing/2014/main" id="{D44EE064-C214-4DE4-81F2-6317B6AF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45720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5C6B"/>
                </a:solidFill>
              </a:defRPr>
            </a:pPr>
            <a:r>
              <a:rPr sz="1500" b="0">
                <a:solidFill>
                  <a:srgbClr val="665C6B"/>
                </a:solidFill>
              </a:rPr>
              <a:t>เอียง 90°</a:t>
            </a:r>
          </a:p>
        </p:txBody>
      </p:sp>
      <p:sp>
        <p:nvSpPr>
          <p:cNvPr id="17" name="mg-pill">
            <a:extLst xmlns:a="http://schemas.openxmlformats.org/drawingml/2006/main">
              <a:ext uri="{FF2B5EF4-FFF2-40B4-BE49-F238E27FC236}">
                <a16:creationId xmlns:a16="http://schemas.microsoft.com/office/drawing/2014/main" id="{098D9FCD-BE31-42AA-B303-9F123AFB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5572125"/>
            <a:ext cx="4476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1670"/>
                </a:solidFill>
              </a:defRPr>
            </a:pPr>
            <a:r>
              <a:rPr sz="1275" b="1">
                <a:solidFill>
                  <a:srgbClr val="5E1670"/>
                </a:solidFill>
              </a:rPr>
              <a:t>mg = milli-g = หนึ่งในพันของ g</a:t>
            </a:r>
          </a:p>
        </p:txBody>
      </p:sp>
    </p:spTree>
    <p:extLst>
      <p:ext uri="{BB962C8B-B14F-4D97-AF65-F5344CB8AC3E}">
        <p14:creationId xmlns:p14="http://schemas.microsoft.com/office/powerpoint/2010/main" val="20572041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-7">
            <a:extLst xmlns:a="http://schemas.openxmlformats.org/drawingml/2006/main">
              <a:ext uri="{FF2B5EF4-FFF2-40B4-BE49-F238E27FC236}">
                <a16:creationId xmlns:a16="http://schemas.microsoft.com/office/drawing/2014/main" id="{454706B2-2D68-47EC-A6CF-04B20D29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CFAC5B10-BB92-4786-AC77-47AF001A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DESIGN CHOICE · เลือกช่วงจากการใช้งานจริง</a:t>
            </a:r>
          </a:p>
        </p:txBody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D1B65681-D26C-4ABA-AFBA-B3A183DA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07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E36F980D-9C56-4DA6-8FF4-777A6ED4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ช่วงใช้งาน ±600 mg ไม่ใช่ค่าสูงสุดของเซนเซอร์</a:t>
            </a:r>
          </a:p>
        </p:txBody>
      </p:sp>
      <p:sp>
        <p:nvSpPr>
          <p:cNvPr id="5" name="range-left-number">
            <a:extLst xmlns:a="http://schemas.openxmlformats.org/drawingml/2006/main">
              <a:ext uri="{FF2B5EF4-FFF2-40B4-BE49-F238E27FC236}">
                <a16:creationId xmlns:a16="http://schemas.microsoft.com/office/drawing/2014/main" id="{9AA16257-F0E8-44DF-AF2C-DFB6190D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61925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665C6B"/>
                </a:solidFill>
              </a:defRPr>
            </a:pPr>
            <a:r>
              <a:rPr sz="4350" b="1">
                <a:solidFill>
                  <a:srgbClr val="665C6B"/>
                </a:solidFill>
              </a:rPr>
              <a:t>±2048</a:t>
            </a:r>
          </a:p>
        </p:txBody>
      </p:sp>
      <p:sp>
        <p:nvSpPr>
          <p:cNvPr id="6" name="range-left-label">
            <a:extLst xmlns:a="http://schemas.openxmlformats.org/drawingml/2006/main">
              <a:ext uri="{FF2B5EF4-FFF2-40B4-BE49-F238E27FC236}">
                <a16:creationId xmlns:a16="http://schemas.microsoft.com/office/drawing/2014/main" id="{0475C40A-E178-4503-9D23-E8B82DCF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4765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5C6B"/>
                </a:solidFill>
              </a:defRPr>
            </a:pPr>
            <a:r>
              <a:rPr sz="1650" b="0">
                <a:solidFill>
                  <a:srgbClr val="665C6B"/>
                </a:solidFill>
              </a:rPr>
              <a:t>ขอบเขตโดยประมาณของเซนเซอร์</a:t>
            </a:r>
          </a:p>
        </p:txBody>
      </p:sp>
      <p:sp>
        <p:nvSpPr>
          <p:cNvPr id="7" name="range-right-number">
            <a:extLst xmlns:a="http://schemas.openxmlformats.org/drawingml/2006/main">
              <a:ext uri="{FF2B5EF4-FFF2-40B4-BE49-F238E27FC236}">
                <a16:creationId xmlns:a16="http://schemas.microsoft.com/office/drawing/2014/main" id="{3DC3D33A-F93D-466A-BB7C-969BB952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161925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8E24AA"/>
                </a:solidFill>
              </a:defRPr>
            </a:pPr>
            <a:r>
              <a:rPr sz="4950" b="1">
                <a:solidFill>
                  <a:srgbClr val="8E24AA"/>
                </a:solidFill>
              </a:rPr>
              <a:t>±600</a:t>
            </a:r>
          </a:p>
        </p:txBody>
      </p:sp>
      <p:sp>
        <p:nvSpPr>
          <p:cNvPr id="8" name="range-right-label">
            <a:extLst xmlns:a="http://schemas.openxmlformats.org/drawingml/2006/main">
              <a:ext uri="{FF2B5EF4-FFF2-40B4-BE49-F238E27FC236}">
                <a16:creationId xmlns:a16="http://schemas.microsoft.com/office/drawing/2014/main" id="{9CD18B92-94E8-4D37-8E38-1783A1BF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24765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3162B"/>
                </a:solidFill>
              </a:defRPr>
            </a:pPr>
            <a:r>
              <a:rPr sz="1650" b="1">
                <a:solidFill>
                  <a:srgbClr val="23162B"/>
                </a:solidFill>
              </a:rPr>
              <a:t>ช่วงที่เลือกสำหรับการเอียงมือปกติ</a:t>
            </a:r>
          </a:p>
        </p:txBody>
      </p:sp>
      <p:sp>
        <p:nvSpPr>
          <p:cNvPr id="9" name="sensor-range-line">
            <a:extLst xmlns:a="http://schemas.openxmlformats.org/drawingml/2006/main">
              <a:ext uri="{FF2B5EF4-FFF2-40B4-BE49-F238E27FC236}">
                <a16:creationId xmlns:a16="http://schemas.microsoft.com/office/drawing/2014/main" id="{0E53A9F3-67AD-41AF-B049-5EB21051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7147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E9E3EC"/>
            </a:solidFill>
            <a:prstDash val="solid"/>
          </a:ln>
        </p:spPr>
      </p:sp>
      <p:sp>
        <p:nvSpPr>
          <p:cNvPr id="10" name="practical-range-line">
            <a:extLst xmlns:a="http://schemas.openxmlformats.org/drawingml/2006/main">
              <a:ext uri="{FF2B5EF4-FFF2-40B4-BE49-F238E27FC236}">
                <a16:creationId xmlns:a16="http://schemas.microsoft.com/office/drawing/2014/main" id="{2C19D18D-0E29-4853-9184-AA4489E9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3714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F4C430"/>
            </a:solidFill>
            <a:prstDash val="solid"/>
          </a:ln>
        </p:spPr>
      </p:sp>
      <p:sp>
        <p:nvSpPr>
          <p:cNvPr id="11" name="range-zero">
            <a:extLst xmlns:a="http://schemas.openxmlformats.org/drawingml/2006/main">
              <a:ext uri="{FF2B5EF4-FFF2-40B4-BE49-F238E27FC236}">
                <a16:creationId xmlns:a16="http://schemas.microsoft.com/office/drawing/2014/main" id="{23F81842-619F-4028-A9EB-104736A9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3571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16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nge-minus">
            <a:extLst xmlns:a="http://schemas.openxmlformats.org/drawingml/2006/main">
              <a:ext uri="{FF2B5EF4-FFF2-40B4-BE49-F238E27FC236}">
                <a16:creationId xmlns:a16="http://schemas.microsoft.com/office/drawing/2014/main" id="{D9A6D1A2-30A4-4A45-B8C9-0C934082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0481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E24AA"/>
                </a:solidFill>
              </a:defRPr>
            </a:pPr>
            <a:r>
              <a:rPr sz="1350" b="1">
                <a:solidFill>
                  <a:srgbClr val="8E24AA"/>
                </a:solidFill>
              </a:rPr>
              <a:t>−600</a:t>
            </a:r>
          </a:p>
        </p:txBody>
      </p:sp>
      <p:sp>
        <p:nvSpPr>
          <p:cNvPr id="13" name="range-zero-label">
            <a:extLst xmlns:a="http://schemas.openxmlformats.org/drawingml/2006/main">
              <a:ext uri="{FF2B5EF4-FFF2-40B4-BE49-F238E27FC236}">
                <a16:creationId xmlns:a16="http://schemas.microsoft.com/office/drawing/2014/main" id="{957FC285-FA59-4BDB-A883-3B54E4F1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40481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1670"/>
                </a:solidFill>
              </a:defRPr>
            </a:pPr>
            <a:r>
              <a:rPr sz="1350" b="1">
                <a:solidFill>
                  <a:srgbClr val="5E1670"/>
                </a:solidFill>
              </a:rPr>
              <a:t>0</a:t>
            </a:r>
          </a:p>
        </p:txBody>
      </p:sp>
      <p:sp>
        <p:nvSpPr>
          <p:cNvPr id="14" name="range-plus">
            <a:extLst xmlns:a="http://schemas.openxmlformats.org/drawingml/2006/main">
              <a:ext uri="{FF2B5EF4-FFF2-40B4-BE49-F238E27FC236}">
                <a16:creationId xmlns:a16="http://schemas.microsoft.com/office/drawing/2014/main" id="{D5F24AF3-4F53-4389-9E28-3005DF76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40481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E24AA"/>
                </a:solidFill>
              </a:defRPr>
            </a:pPr>
            <a:r>
              <a:rPr sz="1350" b="1">
                <a:solidFill>
                  <a:srgbClr val="8E24AA"/>
                </a:solidFill>
              </a:rPr>
              <a:t>600</a:t>
            </a:r>
          </a:p>
        </p:txBody>
      </p:sp>
      <p:sp>
        <p:nvSpPr>
          <p:cNvPr id="15" name="range-callout">
            <a:extLst xmlns:a="http://schemas.openxmlformats.org/drawingml/2006/main">
              <a:ext uri="{FF2B5EF4-FFF2-40B4-BE49-F238E27FC236}">
                <a16:creationId xmlns:a16="http://schemas.microsoft.com/office/drawing/2014/main" id="{5AD59B1C-1519-4803-8A69-2E0F8484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4953000"/>
            <a:ext cx="704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E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nge-callout-text">
            <a:extLst xmlns:a="http://schemas.openxmlformats.org/drawingml/2006/main">
              <a:ext uri="{FF2B5EF4-FFF2-40B4-BE49-F238E27FC236}">
                <a16:creationId xmlns:a16="http://schemas.microsoft.com/office/drawing/2014/main" id="{8F832291-FF8E-4FCF-B5F7-78E35845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521017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1670"/>
                </a:solidFill>
              </a:defRPr>
            </a:pPr>
            <a:r>
              <a:rPr sz="1875" b="1">
                <a:solidFill>
                  <a:srgbClr val="5E1670"/>
                </a:solidFill>
              </a:rPr>
              <a:t>ออกแบบจากพฤติกรรมผู้ใช้ ไม่ใช่หยิบค่าสูงสุดมาใส่สูตร</a:t>
            </a:r>
          </a:p>
        </p:txBody>
      </p:sp>
    </p:spTree>
    <p:extLst>
      <p:ext uri="{BB962C8B-B14F-4D97-AF65-F5344CB8AC3E}">
        <p14:creationId xmlns:p14="http://schemas.microsoft.com/office/powerpoint/2010/main" val="7708373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top-band-8">
            <a:extLst xmlns:a="http://schemas.openxmlformats.org/drawingml/2006/main">
              <a:ext uri="{FF2B5EF4-FFF2-40B4-BE49-F238E27FC236}">
                <a16:creationId xmlns:a16="http://schemas.microsoft.com/office/drawing/2014/main" id="{A9B9AFF2-05FC-4E1A-80E7-427E37E3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A2EA345C-7EF7-4773-94F0-5B79D3C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MAP · จากค่าดิบสู่พิกัด LED</a:t>
            </a:r>
          </a:p>
        </p:txBody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9D649B52-C7B7-4784-9859-A2C3F6C4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08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586FCE1B-4B99-4118-902E-92AE6A2D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−600…600 mg ถูกแปลงเป็นพิกัด 0…4</a:t>
            </a:r>
          </a:p>
        </p:txBody>
      </p:sp>
      <p:sp>
        <p:nvSpPr>
          <p:cNvPr id="5" name="map-input-0">
            <a:extLst xmlns:a="http://schemas.openxmlformats.org/drawingml/2006/main">
              <a:ext uri="{FF2B5EF4-FFF2-40B4-BE49-F238E27FC236}">
                <a16:creationId xmlns:a16="http://schemas.microsoft.com/office/drawing/2014/main" id="{E136CC52-60B6-4E0E-A37E-D93ABFC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428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E24AA"/>
                </a:solidFill>
              </a:defRPr>
            </a:pPr>
            <a:r>
              <a:rPr sz="1800" b="1">
                <a:solidFill>
                  <a:srgbClr val="8E24AA"/>
                </a:solidFill>
              </a:rPr>
              <a:t>−600 mg</a:t>
            </a:r>
          </a:p>
        </p:txBody>
      </p:sp>
      <p:sp>
        <p:nvSpPr>
          <p:cNvPr id="6" name="map-arrow-0">
            <a:extLst xmlns:a="http://schemas.openxmlformats.org/drawingml/2006/main">
              <a:ext uri="{FF2B5EF4-FFF2-40B4-BE49-F238E27FC236}">
                <a16:creationId xmlns:a16="http://schemas.microsoft.com/office/drawing/2014/main" id="{80550810-0542-4FB0-9C02-91592CE9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375" y="1952625"/>
            <a:ext cx="9525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ap-grid-0-0-0">
            <a:extLst xmlns:a="http://schemas.openxmlformats.org/drawingml/2006/main">
              <a:ext uri="{FF2B5EF4-FFF2-40B4-BE49-F238E27FC236}">
                <a16:creationId xmlns:a16="http://schemas.microsoft.com/office/drawing/2014/main" id="{24337901-F44C-4D12-B7F2-B8CED3FA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110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p-grid-0-0-1">
            <a:extLst xmlns:a="http://schemas.openxmlformats.org/drawingml/2006/main">
              <a:ext uri="{FF2B5EF4-FFF2-40B4-BE49-F238E27FC236}">
                <a16:creationId xmlns:a16="http://schemas.microsoft.com/office/drawing/2014/main" id="{4FD8B391-9C1E-43D0-8403-9D4413F8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160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p-grid-0-0-2">
            <a:extLst xmlns:a="http://schemas.openxmlformats.org/drawingml/2006/main">
              <a:ext uri="{FF2B5EF4-FFF2-40B4-BE49-F238E27FC236}">
                <a16:creationId xmlns:a16="http://schemas.microsoft.com/office/drawing/2014/main" id="{D8932081-BED0-4227-A530-7796D7A8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210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p-grid-0-0-3">
            <a:extLst xmlns:a="http://schemas.openxmlformats.org/drawingml/2006/main">
              <a:ext uri="{FF2B5EF4-FFF2-40B4-BE49-F238E27FC236}">
                <a16:creationId xmlns:a16="http://schemas.microsoft.com/office/drawing/2014/main" id="{6786CC2F-4EFF-4746-B0C3-688F3D5D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260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p-grid-0-0-4">
            <a:extLst xmlns:a="http://schemas.openxmlformats.org/drawingml/2006/main">
              <a:ext uri="{FF2B5EF4-FFF2-40B4-BE49-F238E27FC236}">
                <a16:creationId xmlns:a16="http://schemas.microsoft.com/office/drawing/2014/main" id="{6BCBDCFF-BA57-49FF-910A-22B07E29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310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p-grid-0-1-0">
            <a:extLst xmlns:a="http://schemas.openxmlformats.org/drawingml/2006/main">
              <a:ext uri="{FF2B5EF4-FFF2-40B4-BE49-F238E27FC236}">
                <a16:creationId xmlns:a16="http://schemas.microsoft.com/office/drawing/2014/main" id="{E3B5ECAB-DCA2-430D-A816-14800A72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110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p-grid-0-1-1">
            <a:extLst xmlns:a="http://schemas.openxmlformats.org/drawingml/2006/main">
              <a:ext uri="{FF2B5EF4-FFF2-40B4-BE49-F238E27FC236}">
                <a16:creationId xmlns:a16="http://schemas.microsoft.com/office/drawing/2014/main" id="{16894979-6673-4468-A342-AF2D5C20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160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p-grid-0-1-2">
            <a:extLst xmlns:a="http://schemas.openxmlformats.org/drawingml/2006/main">
              <a:ext uri="{FF2B5EF4-FFF2-40B4-BE49-F238E27FC236}">
                <a16:creationId xmlns:a16="http://schemas.microsoft.com/office/drawing/2014/main" id="{AB13B9FF-E3D6-4D10-8F8E-3C466773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210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p-grid-0-1-3">
            <a:extLst xmlns:a="http://schemas.openxmlformats.org/drawingml/2006/main">
              <a:ext uri="{FF2B5EF4-FFF2-40B4-BE49-F238E27FC236}">
                <a16:creationId xmlns:a16="http://schemas.microsoft.com/office/drawing/2014/main" id="{7EB70A88-1F77-41D0-9840-7D70EA7E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260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p-grid-0-1-4">
            <a:extLst xmlns:a="http://schemas.openxmlformats.org/drawingml/2006/main">
              <a:ext uri="{FF2B5EF4-FFF2-40B4-BE49-F238E27FC236}">
                <a16:creationId xmlns:a16="http://schemas.microsoft.com/office/drawing/2014/main" id="{2AC9975F-2973-4A01-9483-DB604411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310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ap-grid-0-2-0">
            <a:extLst xmlns:a="http://schemas.openxmlformats.org/drawingml/2006/main">
              <a:ext uri="{FF2B5EF4-FFF2-40B4-BE49-F238E27FC236}">
                <a16:creationId xmlns:a16="http://schemas.microsoft.com/office/drawing/2014/main" id="{EE904B9A-E600-4B3B-8D7F-20168E58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110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p-grid-0-2-1">
            <a:extLst xmlns:a="http://schemas.openxmlformats.org/drawingml/2006/main">
              <a:ext uri="{FF2B5EF4-FFF2-40B4-BE49-F238E27FC236}">
                <a16:creationId xmlns:a16="http://schemas.microsoft.com/office/drawing/2014/main" id="{7E46E69C-308D-4BB7-8AB8-774E534E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160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ap-grid-0-2-2">
            <a:extLst xmlns:a="http://schemas.openxmlformats.org/drawingml/2006/main">
              <a:ext uri="{FF2B5EF4-FFF2-40B4-BE49-F238E27FC236}">
                <a16:creationId xmlns:a16="http://schemas.microsoft.com/office/drawing/2014/main" id="{2B696D1F-8AD8-449A-A1DA-43A7B132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210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ap-grid-0-2-3">
            <a:extLst xmlns:a="http://schemas.openxmlformats.org/drawingml/2006/main">
              <a:ext uri="{FF2B5EF4-FFF2-40B4-BE49-F238E27FC236}">
                <a16:creationId xmlns:a16="http://schemas.microsoft.com/office/drawing/2014/main" id="{0CF43E1E-4742-45F7-9687-6EBC986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260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ap-grid-0-2-4">
            <a:extLst xmlns:a="http://schemas.openxmlformats.org/drawingml/2006/main">
              <a:ext uri="{FF2B5EF4-FFF2-40B4-BE49-F238E27FC236}">
                <a16:creationId xmlns:a16="http://schemas.microsoft.com/office/drawing/2014/main" id="{5FBC86C4-376D-4D52-995C-2FC4E4ED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310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ap-grid-0-3-0">
            <a:extLst xmlns:a="http://schemas.openxmlformats.org/drawingml/2006/main">
              <a:ext uri="{FF2B5EF4-FFF2-40B4-BE49-F238E27FC236}">
                <a16:creationId xmlns:a16="http://schemas.microsoft.com/office/drawing/2014/main" id="{5DCA5C80-F15C-48F0-A9CA-CCBE458E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110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ap-grid-0-3-1">
            <a:extLst xmlns:a="http://schemas.openxmlformats.org/drawingml/2006/main">
              <a:ext uri="{FF2B5EF4-FFF2-40B4-BE49-F238E27FC236}">
                <a16:creationId xmlns:a16="http://schemas.microsoft.com/office/drawing/2014/main" id="{13C01565-D888-4929-9736-CC642FD9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160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ap-grid-0-3-2">
            <a:extLst xmlns:a="http://schemas.openxmlformats.org/drawingml/2006/main">
              <a:ext uri="{FF2B5EF4-FFF2-40B4-BE49-F238E27FC236}">
                <a16:creationId xmlns:a16="http://schemas.microsoft.com/office/drawing/2014/main" id="{FDF14B54-8E02-4FE7-8925-35E1956B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210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ap-grid-0-3-3">
            <a:extLst xmlns:a="http://schemas.openxmlformats.org/drawingml/2006/main">
              <a:ext uri="{FF2B5EF4-FFF2-40B4-BE49-F238E27FC236}">
                <a16:creationId xmlns:a16="http://schemas.microsoft.com/office/drawing/2014/main" id="{5B4B1F77-08CE-4FED-A228-6224BC98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260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ap-grid-0-3-4">
            <a:extLst xmlns:a="http://schemas.openxmlformats.org/drawingml/2006/main">
              <a:ext uri="{FF2B5EF4-FFF2-40B4-BE49-F238E27FC236}">
                <a16:creationId xmlns:a16="http://schemas.microsoft.com/office/drawing/2014/main" id="{536821A6-6D53-40E8-BFF6-82F59C5C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310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ap-grid-0-4-0">
            <a:extLst xmlns:a="http://schemas.openxmlformats.org/drawingml/2006/main">
              <a:ext uri="{FF2B5EF4-FFF2-40B4-BE49-F238E27FC236}">
                <a16:creationId xmlns:a16="http://schemas.microsoft.com/office/drawing/2014/main" id="{E3B6CE5F-FC28-4501-92F9-91F6FDD2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110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ap-grid-0-4-1">
            <a:extLst xmlns:a="http://schemas.openxmlformats.org/drawingml/2006/main">
              <a:ext uri="{FF2B5EF4-FFF2-40B4-BE49-F238E27FC236}">
                <a16:creationId xmlns:a16="http://schemas.microsoft.com/office/drawing/2014/main" id="{E7E6AF84-14ED-4C43-97C7-4D363D71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160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ap-grid-0-4-2">
            <a:extLst xmlns:a="http://schemas.openxmlformats.org/drawingml/2006/main">
              <a:ext uri="{FF2B5EF4-FFF2-40B4-BE49-F238E27FC236}">
                <a16:creationId xmlns:a16="http://schemas.microsoft.com/office/drawing/2014/main" id="{BA97ECE4-E57E-4B98-8870-DA6F09F9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210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ap-grid-0-4-3">
            <a:extLst xmlns:a="http://schemas.openxmlformats.org/drawingml/2006/main">
              <a:ext uri="{FF2B5EF4-FFF2-40B4-BE49-F238E27FC236}">
                <a16:creationId xmlns:a16="http://schemas.microsoft.com/office/drawing/2014/main" id="{0C69EF4C-559A-4D4A-9A96-E310ECF1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260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ap-grid-0-4-4">
            <a:extLst xmlns:a="http://schemas.openxmlformats.org/drawingml/2006/main">
              <a:ext uri="{FF2B5EF4-FFF2-40B4-BE49-F238E27FC236}">
                <a16:creationId xmlns:a16="http://schemas.microsoft.com/office/drawing/2014/main" id="{78FAE270-AEA1-4A8A-8775-F6027EBD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310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ap-output-0">
            <a:extLst xmlns:a="http://schemas.openxmlformats.org/drawingml/2006/main">
              <a:ext uri="{FF2B5EF4-FFF2-40B4-BE49-F238E27FC236}">
                <a16:creationId xmlns:a16="http://schemas.microsoft.com/office/drawing/2014/main" id="{5A8F9C3E-3237-4881-9FFA-5F789193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33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1670"/>
                </a:solidFill>
              </a:defRPr>
            </a:pPr>
            <a:r>
              <a:rPr sz="1800" b="1">
                <a:solidFill>
                  <a:srgbClr val="5E1670"/>
                </a:solidFill>
              </a:rPr>
              <a:t>พิกัด 0</a:t>
            </a:r>
          </a:p>
        </p:txBody>
      </p:sp>
      <p:sp>
        <p:nvSpPr>
          <p:cNvPr id="33" name="map-input-1">
            <a:extLst xmlns:a="http://schemas.openxmlformats.org/drawingml/2006/main">
              <a:ext uri="{FF2B5EF4-FFF2-40B4-BE49-F238E27FC236}">
                <a16:creationId xmlns:a16="http://schemas.microsoft.com/office/drawing/2014/main" id="{C9B3FB2D-5D1C-432E-804B-77C7B633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1428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E24AA"/>
                </a:solidFill>
              </a:defRPr>
            </a:pPr>
            <a:r>
              <a:rPr sz="1800" b="1">
                <a:solidFill>
                  <a:srgbClr val="8E24AA"/>
                </a:solidFill>
              </a:rPr>
              <a:t>0 mg</a:t>
            </a:r>
          </a:p>
        </p:txBody>
      </p:sp>
      <p:sp>
        <p:nvSpPr>
          <p:cNvPr id="34" name="map-arrow-1">
            <a:extLst xmlns:a="http://schemas.openxmlformats.org/drawingml/2006/main">
              <a:ext uri="{FF2B5EF4-FFF2-40B4-BE49-F238E27FC236}">
                <a16:creationId xmlns:a16="http://schemas.microsoft.com/office/drawing/2014/main" id="{D1DAE460-04F6-41D4-93F7-B16C0913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1952625"/>
            <a:ext cx="9525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ap-grid-1-0-0">
            <a:extLst xmlns:a="http://schemas.openxmlformats.org/drawingml/2006/main">
              <a:ext uri="{FF2B5EF4-FFF2-40B4-BE49-F238E27FC236}">
                <a16:creationId xmlns:a16="http://schemas.microsoft.com/office/drawing/2014/main" id="{06F20983-C59F-416C-B9A9-57AE93E9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735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map-grid-1-0-1">
            <a:extLst xmlns:a="http://schemas.openxmlformats.org/drawingml/2006/main">
              <a:ext uri="{FF2B5EF4-FFF2-40B4-BE49-F238E27FC236}">
                <a16:creationId xmlns:a16="http://schemas.microsoft.com/office/drawing/2014/main" id="{E0EFE8FA-DBC4-40FD-881F-4DC433CD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785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map-grid-1-0-2">
            <a:extLst xmlns:a="http://schemas.openxmlformats.org/drawingml/2006/main">
              <a:ext uri="{FF2B5EF4-FFF2-40B4-BE49-F238E27FC236}">
                <a16:creationId xmlns:a16="http://schemas.microsoft.com/office/drawing/2014/main" id="{396E4E1B-B01E-463F-BDA0-6A3829B9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3835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ap-grid-1-0-3">
            <a:extLst xmlns:a="http://schemas.openxmlformats.org/drawingml/2006/main">
              <a:ext uri="{FF2B5EF4-FFF2-40B4-BE49-F238E27FC236}">
                <a16:creationId xmlns:a16="http://schemas.microsoft.com/office/drawing/2014/main" id="{559A50D3-18B5-4F24-9AD6-0C56A2EF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3885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ap-grid-1-0-4">
            <a:extLst xmlns:a="http://schemas.openxmlformats.org/drawingml/2006/main">
              <a:ext uri="{FF2B5EF4-FFF2-40B4-BE49-F238E27FC236}">
                <a16:creationId xmlns:a16="http://schemas.microsoft.com/office/drawing/2014/main" id="{B97481AD-CEE0-4F26-988D-4B779B62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3935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ap-grid-1-1-0">
            <a:extLst xmlns:a="http://schemas.openxmlformats.org/drawingml/2006/main">
              <a:ext uri="{FF2B5EF4-FFF2-40B4-BE49-F238E27FC236}">
                <a16:creationId xmlns:a16="http://schemas.microsoft.com/office/drawing/2014/main" id="{57FAFB81-B0E0-4EB7-AA04-20035D3E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735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map-grid-1-1-1">
            <a:extLst xmlns:a="http://schemas.openxmlformats.org/drawingml/2006/main">
              <a:ext uri="{FF2B5EF4-FFF2-40B4-BE49-F238E27FC236}">
                <a16:creationId xmlns:a16="http://schemas.microsoft.com/office/drawing/2014/main" id="{6A8F49F1-1AB8-4279-BF39-F6A2A86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785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map-grid-1-1-2">
            <a:extLst xmlns:a="http://schemas.openxmlformats.org/drawingml/2006/main">
              <a:ext uri="{FF2B5EF4-FFF2-40B4-BE49-F238E27FC236}">
                <a16:creationId xmlns:a16="http://schemas.microsoft.com/office/drawing/2014/main" id="{81CB7CAF-711B-4AB8-9AF9-953F8E4C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3835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ap-grid-1-1-3">
            <a:extLst xmlns:a="http://schemas.openxmlformats.org/drawingml/2006/main">
              <a:ext uri="{FF2B5EF4-FFF2-40B4-BE49-F238E27FC236}">
                <a16:creationId xmlns:a16="http://schemas.microsoft.com/office/drawing/2014/main" id="{9985AEAF-DA4A-4124-992A-DA9F5FAF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3885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map-grid-1-1-4">
            <a:extLst xmlns:a="http://schemas.openxmlformats.org/drawingml/2006/main">
              <a:ext uri="{FF2B5EF4-FFF2-40B4-BE49-F238E27FC236}">
                <a16:creationId xmlns:a16="http://schemas.microsoft.com/office/drawing/2014/main" id="{5A1126D8-89A5-4ACE-9D6C-155FF71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3935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map-grid-1-2-0">
            <a:extLst xmlns:a="http://schemas.openxmlformats.org/drawingml/2006/main">
              <a:ext uri="{FF2B5EF4-FFF2-40B4-BE49-F238E27FC236}">
                <a16:creationId xmlns:a16="http://schemas.microsoft.com/office/drawing/2014/main" id="{769DEA32-D64C-44FB-BFD2-20320C7F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735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map-grid-1-2-1">
            <a:extLst xmlns:a="http://schemas.openxmlformats.org/drawingml/2006/main">
              <a:ext uri="{FF2B5EF4-FFF2-40B4-BE49-F238E27FC236}">
                <a16:creationId xmlns:a16="http://schemas.microsoft.com/office/drawing/2014/main" id="{DA1634FE-D11A-4522-AAF3-99F842C6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785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map-grid-1-2-2">
            <a:extLst xmlns:a="http://schemas.openxmlformats.org/drawingml/2006/main">
              <a:ext uri="{FF2B5EF4-FFF2-40B4-BE49-F238E27FC236}">
                <a16:creationId xmlns:a16="http://schemas.microsoft.com/office/drawing/2014/main" id="{58B83145-A2DC-4240-A0E3-F6CDAC05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3835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map-grid-1-2-3">
            <a:extLst xmlns:a="http://schemas.openxmlformats.org/drawingml/2006/main">
              <a:ext uri="{FF2B5EF4-FFF2-40B4-BE49-F238E27FC236}">
                <a16:creationId xmlns:a16="http://schemas.microsoft.com/office/drawing/2014/main" id="{3FD3F52A-44B5-43C2-AA12-1A3EA445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3885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map-grid-1-2-4">
            <a:extLst xmlns:a="http://schemas.openxmlformats.org/drawingml/2006/main">
              <a:ext uri="{FF2B5EF4-FFF2-40B4-BE49-F238E27FC236}">
                <a16:creationId xmlns:a16="http://schemas.microsoft.com/office/drawing/2014/main" id="{ADC00BBA-7AAB-462E-8E74-51750F28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3935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map-grid-1-3-0">
            <a:extLst xmlns:a="http://schemas.openxmlformats.org/drawingml/2006/main">
              <a:ext uri="{FF2B5EF4-FFF2-40B4-BE49-F238E27FC236}">
                <a16:creationId xmlns:a16="http://schemas.microsoft.com/office/drawing/2014/main" id="{90322ADD-E208-4A18-BAC6-95F1ECD7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735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map-grid-1-3-1">
            <a:extLst xmlns:a="http://schemas.openxmlformats.org/drawingml/2006/main">
              <a:ext uri="{FF2B5EF4-FFF2-40B4-BE49-F238E27FC236}">
                <a16:creationId xmlns:a16="http://schemas.microsoft.com/office/drawing/2014/main" id="{78B1F991-3409-4676-858E-50A3A4E1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785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map-grid-1-3-2">
            <a:extLst xmlns:a="http://schemas.openxmlformats.org/drawingml/2006/main">
              <a:ext uri="{FF2B5EF4-FFF2-40B4-BE49-F238E27FC236}">
                <a16:creationId xmlns:a16="http://schemas.microsoft.com/office/drawing/2014/main" id="{78DB005A-2887-429B-AA49-43E91715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3835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map-grid-1-3-3">
            <a:extLst xmlns:a="http://schemas.openxmlformats.org/drawingml/2006/main">
              <a:ext uri="{FF2B5EF4-FFF2-40B4-BE49-F238E27FC236}">
                <a16:creationId xmlns:a16="http://schemas.microsoft.com/office/drawing/2014/main" id="{EB6C4680-CA3D-4CB5-B2BE-477F86F5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3885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map-grid-1-3-4">
            <a:extLst xmlns:a="http://schemas.openxmlformats.org/drawingml/2006/main">
              <a:ext uri="{FF2B5EF4-FFF2-40B4-BE49-F238E27FC236}">
                <a16:creationId xmlns:a16="http://schemas.microsoft.com/office/drawing/2014/main" id="{D43AB03D-1241-4A8A-93DD-571CBD4B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3935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map-grid-1-4-0">
            <a:extLst xmlns:a="http://schemas.openxmlformats.org/drawingml/2006/main">
              <a:ext uri="{FF2B5EF4-FFF2-40B4-BE49-F238E27FC236}">
                <a16:creationId xmlns:a16="http://schemas.microsoft.com/office/drawing/2014/main" id="{FA5CE12D-8A6F-4BB2-AAF3-2C42B21E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735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map-grid-1-4-1">
            <a:extLst xmlns:a="http://schemas.openxmlformats.org/drawingml/2006/main">
              <a:ext uri="{FF2B5EF4-FFF2-40B4-BE49-F238E27FC236}">
                <a16:creationId xmlns:a16="http://schemas.microsoft.com/office/drawing/2014/main" id="{E9CC0EC0-BDEE-4718-B3D5-5DF4958A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785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map-grid-1-4-2">
            <a:extLst xmlns:a="http://schemas.openxmlformats.org/drawingml/2006/main">
              <a:ext uri="{FF2B5EF4-FFF2-40B4-BE49-F238E27FC236}">
                <a16:creationId xmlns:a16="http://schemas.microsoft.com/office/drawing/2014/main" id="{4D2AFA5E-D93F-438A-B321-B0A7C05D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3835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map-grid-1-4-3">
            <a:extLst xmlns:a="http://schemas.openxmlformats.org/drawingml/2006/main">
              <a:ext uri="{FF2B5EF4-FFF2-40B4-BE49-F238E27FC236}">
                <a16:creationId xmlns:a16="http://schemas.microsoft.com/office/drawing/2014/main" id="{895B6A03-AE54-4078-9F68-6C11BBE5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3885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map-grid-1-4-4">
            <a:extLst xmlns:a="http://schemas.openxmlformats.org/drawingml/2006/main">
              <a:ext uri="{FF2B5EF4-FFF2-40B4-BE49-F238E27FC236}">
                <a16:creationId xmlns:a16="http://schemas.microsoft.com/office/drawing/2014/main" id="{31B90252-CEA1-42A8-B290-3C6BCA48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3935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map-output-1">
            <a:extLst xmlns:a="http://schemas.openxmlformats.org/drawingml/2006/main">
              <a:ext uri="{FF2B5EF4-FFF2-40B4-BE49-F238E27FC236}">
                <a16:creationId xmlns:a16="http://schemas.microsoft.com/office/drawing/2014/main" id="{3A4E8151-E76D-47A0-9319-E722E294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533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1670"/>
                </a:solidFill>
              </a:defRPr>
            </a:pPr>
            <a:r>
              <a:rPr sz="1800" b="1">
                <a:solidFill>
                  <a:srgbClr val="5E1670"/>
                </a:solidFill>
              </a:rPr>
              <a:t>พิกัด 2</a:t>
            </a:r>
          </a:p>
        </p:txBody>
      </p:sp>
      <p:sp>
        <p:nvSpPr>
          <p:cNvPr id="61" name="map-input-2">
            <a:extLst xmlns:a="http://schemas.openxmlformats.org/drawingml/2006/main">
              <a:ext uri="{FF2B5EF4-FFF2-40B4-BE49-F238E27FC236}">
                <a16:creationId xmlns:a16="http://schemas.microsoft.com/office/drawing/2014/main" id="{D6936290-6FEC-4401-98F6-0ED9CF51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3375" y="1428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E24AA"/>
                </a:solidFill>
              </a:defRPr>
            </a:pPr>
            <a:r>
              <a:rPr sz="1800" b="1">
                <a:solidFill>
                  <a:srgbClr val="8E24AA"/>
                </a:solidFill>
              </a:rPr>
              <a:t>600 mg</a:t>
            </a:r>
          </a:p>
        </p:txBody>
      </p:sp>
      <p:sp>
        <p:nvSpPr>
          <p:cNvPr id="62" name="map-arrow-2">
            <a:extLst xmlns:a="http://schemas.openxmlformats.org/drawingml/2006/main">
              <a:ext uri="{FF2B5EF4-FFF2-40B4-BE49-F238E27FC236}">
                <a16:creationId xmlns:a16="http://schemas.microsoft.com/office/drawing/2014/main" id="{CDCA9B4B-DA87-43C9-8BC1-2D84A360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1952625"/>
            <a:ext cx="9525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map-grid-2-0-0">
            <a:extLst xmlns:a="http://schemas.openxmlformats.org/drawingml/2006/main">
              <a:ext uri="{FF2B5EF4-FFF2-40B4-BE49-F238E27FC236}">
                <a16:creationId xmlns:a16="http://schemas.microsoft.com/office/drawing/2014/main" id="{D299B383-AC2B-4A4C-8757-00EDF7C4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360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map-grid-2-0-1">
            <a:extLst xmlns:a="http://schemas.openxmlformats.org/drawingml/2006/main">
              <a:ext uri="{FF2B5EF4-FFF2-40B4-BE49-F238E27FC236}">
                <a16:creationId xmlns:a16="http://schemas.microsoft.com/office/drawing/2014/main" id="{BB9E51EB-F402-4FC2-9926-855BA852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410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map-grid-2-0-2">
            <a:extLst xmlns:a="http://schemas.openxmlformats.org/drawingml/2006/main">
              <a:ext uri="{FF2B5EF4-FFF2-40B4-BE49-F238E27FC236}">
                <a16:creationId xmlns:a16="http://schemas.microsoft.com/office/drawing/2014/main" id="{70347EBF-589C-48AE-B190-F2D1FF75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460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map-grid-2-0-3">
            <a:extLst xmlns:a="http://schemas.openxmlformats.org/drawingml/2006/main">
              <a:ext uri="{FF2B5EF4-FFF2-40B4-BE49-F238E27FC236}">
                <a16:creationId xmlns:a16="http://schemas.microsoft.com/office/drawing/2014/main" id="{D2B18F04-802E-4F11-814C-FCE84E0B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510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map-grid-2-0-4">
            <a:extLst xmlns:a="http://schemas.openxmlformats.org/drawingml/2006/main">
              <a:ext uri="{FF2B5EF4-FFF2-40B4-BE49-F238E27FC236}">
                <a16:creationId xmlns:a16="http://schemas.microsoft.com/office/drawing/2014/main" id="{57418681-005D-4EFD-92F0-24687E4D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560" y="28763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map-grid-2-1-0">
            <a:extLst xmlns:a="http://schemas.openxmlformats.org/drawingml/2006/main">
              <a:ext uri="{FF2B5EF4-FFF2-40B4-BE49-F238E27FC236}">
                <a16:creationId xmlns:a16="http://schemas.microsoft.com/office/drawing/2014/main" id="{B604FABE-E8CC-40B7-8F3D-125597BD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360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map-grid-2-1-1">
            <a:extLst xmlns:a="http://schemas.openxmlformats.org/drawingml/2006/main">
              <a:ext uri="{FF2B5EF4-FFF2-40B4-BE49-F238E27FC236}">
                <a16:creationId xmlns:a16="http://schemas.microsoft.com/office/drawing/2014/main" id="{3BB6619F-3022-46E9-8705-6BE11D68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410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map-grid-2-1-2">
            <a:extLst xmlns:a="http://schemas.openxmlformats.org/drawingml/2006/main">
              <a:ext uri="{FF2B5EF4-FFF2-40B4-BE49-F238E27FC236}">
                <a16:creationId xmlns:a16="http://schemas.microsoft.com/office/drawing/2014/main" id="{8911984A-C571-408B-A9E7-D72D2C32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460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map-grid-2-1-3">
            <a:extLst xmlns:a="http://schemas.openxmlformats.org/drawingml/2006/main">
              <a:ext uri="{FF2B5EF4-FFF2-40B4-BE49-F238E27FC236}">
                <a16:creationId xmlns:a16="http://schemas.microsoft.com/office/drawing/2014/main" id="{D8E3264E-711E-433F-A192-0FDDA126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510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map-grid-2-1-4">
            <a:extLst xmlns:a="http://schemas.openxmlformats.org/drawingml/2006/main">
              <a:ext uri="{FF2B5EF4-FFF2-40B4-BE49-F238E27FC236}">
                <a16:creationId xmlns:a16="http://schemas.microsoft.com/office/drawing/2014/main" id="{90AFDE17-0A53-4BB6-97C5-8DC5A364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560" y="32764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map-grid-2-2-0">
            <a:extLst xmlns:a="http://schemas.openxmlformats.org/drawingml/2006/main">
              <a:ext uri="{FF2B5EF4-FFF2-40B4-BE49-F238E27FC236}">
                <a16:creationId xmlns:a16="http://schemas.microsoft.com/office/drawing/2014/main" id="{BBAEB6AF-9E07-43FC-85FF-B55B1308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360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map-grid-2-2-1">
            <a:extLst xmlns:a="http://schemas.openxmlformats.org/drawingml/2006/main">
              <a:ext uri="{FF2B5EF4-FFF2-40B4-BE49-F238E27FC236}">
                <a16:creationId xmlns:a16="http://schemas.microsoft.com/office/drawing/2014/main" id="{A29F8F5B-637E-4BCC-9DA8-232725BD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410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map-grid-2-2-2">
            <a:extLst xmlns:a="http://schemas.openxmlformats.org/drawingml/2006/main">
              <a:ext uri="{FF2B5EF4-FFF2-40B4-BE49-F238E27FC236}">
                <a16:creationId xmlns:a16="http://schemas.microsoft.com/office/drawing/2014/main" id="{D2E6EF9E-FB3C-4185-A597-88D34DEB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460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map-grid-2-2-3">
            <a:extLst xmlns:a="http://schemas.openxmlformats.org/drawingml/2006/main">
              <a:ext uri="{FF2B5EF4-FFF2-40B4-BE49-F238E27FC236}">
                <a16:creationId xmlns:a16="http://schemas.microsoft.com/office/drawing/2014/main" id="{5F1C5FC8-E497-46AD-B404-AADCD4BF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510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map-grid-2-2-4">
            <a:extLst xmlns:a="http://schemas.openxmlformats.org/drawingml/2006/main">
              <a:ext uri="{FF2B5EF4-FFF2-40B4-BE49-F238E27FC236}">
                <a16:creationId xmlns:a16="http://schemas.microsoft.com/office/drawing/2014/main" id="{904BAF6C-0AB6-45B7-AA05-C2B85185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560" y="36764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map-grid-2-3-0">
            <a:extLst xmlns:a="http://schemas.openxmlformats.org/drawingml/2006/main">
              <a:ext uri="{FF2B5EF4-FFF2-40B4-BE49-F238E27FC236}">
                <a16:creationId xmlns:a16="http://schemas.microsoft.com/office/drawing/2014/main" id="{0A61DC23-6565-4B1C-BEF0-C2234311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360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map-grid-2-3-1">
            <a:extLst xmlns:a="http://schemas.openxmlformats.org/drawingml/2006/main">
              <a:ext uri="{FF2B5EF4-FFF2-40B4-BE49-F238E27FC236}">
                <a16:creationId xmlns:a16="http://schemas.microsoft.com/office/drawing/2014/main" id="{318F18FE-81A6-4111-BF5F-F960A8B0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410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map-grid-2-3-2">
            <a:extLst xmlns:a="http://schemas.openxmlformats.org/drawingml/2006/main">
              <a:ext uri="{FF2B5EF4-FFF2-40B4-BE49-F238E27FC236}">
                <a16:creationId xmlns:a16="http://schemas.microsoft.com/office/drawing/2014/main" id="{F7A25782-CBAC-48E7-AFD2-41C5F72C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460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map-grid-2-3-3">
            <a:extLst xmlns:a="http://schemas.openxmlformats.org/drawingml/2006/main">
              <a:ext uri="{FF2B5EF4-FFF2-40B4-BE49-F238E27FC236}">
                <a16:creationId xmlns:a16="http://schemas.microsoft.com/office/drawing/2014/main" id="{EA487217-2C4C-4E2F-904F-318E3859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510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map-grid-2-3-4">
            <a:extLst xmlns:a="http://schemas.openxmlformats.org/drawingml/2006/main">
              <a:ext uri="{FF2B5EF4-FFF2-40B4-BE49-F238E27FC236}">
                <a16:creationId xmlns:a16="http://schemas.microsoft.com/office/drawing/2014/main" id="{9BBB0D2D-91C2-48FB-ADD8-46A4B3A3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560" y="407651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map-grid-2-4-0">
            <a:extLst xmlns:a="http://schemas.openxmlformats.org/drawingml/2006/main">
              <a:ext uri="{FF2B5EF4-FFF2-40B4-BE49-F238E27FC236}">
                <a16:creationId xmlns:a16="http://schemas.microsoft.com/office/drawing/2014/main" id="{841AFEF7-593A-46C5-92F6-E415E56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360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map-grid-2-4-1">
            <a:extLst xmlns:a="http://schemas.openxmlformats.org/drawingml/2006/main">
              <a:ext uri="{FF2B5EF4-FFF2-40B4-BE49-F238E27FC236}">
                <a16:creationId xmlns:a16="http://schemas.microsoft.com/office/drawing/2014/main" id="{7EC93C62-3B89-4607-8F00-5C5CCA42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410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map-grid-2-4-2">
            <a:extLst xmlns:a="http://schemas.openxmlformats.org/drawingml/2006/main">
              <a:ext uri="{FF2B5EF4-FFF2-40B4-BE49-F238E27FC236}">
                <a16:creationId xmlns:a16="http://schemas.microsoft.com/office/drawing/2014/main" id="{0237DD65-A9F8-4BC8-8318-FDAC24EF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460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map-grid-2-4-3">
            <a:extLst xmlns:a="http://schemas.openxmlformats.org/drawingml/2006/main">
              <a:ext uri="{FF2B5EF4-FFF2-40B4-BE49-F238E27FC236}">
                <a16:creationId xmlns:a16="http://schemas.microsoft.com/office/drawing/2014/main" id="{1089F165-5C4B-4D2A-8F55-D4A12897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510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map-grid-2-4-4">
            <a:extLst xmlns:a="http://schemas.openxmlformats.org/drawingml/2006/main">
              <a:ext uri="{FF2B5EF4-FFF2-40B4-BE49-F238E27FC236}">
                <a16:creationId xmlns:a16="http://schemas.microsoft.com/office/drawing/2014/main" id="{5A251C75-2FB6-40A8-9E5D-0E2584EF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560" y="4476560"/>
            <a:ext cx="248031" cy="248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map-output-2">
            <a:extLst xmlns:a="http://schemas.openxmlformats.org/drawingml/2006/main">
              <a:ext uri="{FF2B5EF4-FFF2-40B4-BE49-F238E27FC236}">
                <a16:creationId xmlns:a16="http://schemas.microsoft.com/office/drawing/2014/main" id="{F4D543F0-D5B2-4662-8427-FAC272DA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3375" y="533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1670"/>
                </a:solidFill>
              </a:defRPr>
            </a:pPr>
            <a:r>
              <a:rPr sz="1800" b="1">
                <a:solidFill>
                  <a:srgbClr val="5E1670"/>
                </a:solidFill>
              </a:rPr>
              <a:t>พิกัด 4</a:t>
            </a:r>
          </a:p>
        </p:txBody>
      </p:sp>
      <p:sp>
        <p:nvSpPr>
          <p:cNvPr id="89" name="map-formula">
            <a:extLst xmlns:a="http://schemas.openxmlformats.org/drawingml/2006/main">
              <a:ext uri="{FF2B5EF4-FFF2-40B4-BE49-F238E27FC236}">
                <a16:creationId xmlns:a16="http://schemas.microsoft.com/office/drawing/2014/main" id="{DBD58A33-C943-4E28-A220-FCB3AE2B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6048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3162B"/>
                </a:solidFill>
              </a:defRPr>
            </a:pPr>
            <a:r>
              <a:rPr sz="1875" b="1">
                <a:solidFill>
                  <a:srgbClr val="23162B"/>
                </a:solidFill>
              </a:rPr>
              <a:t>map(accel, −600, 600, 0, 4)</a:t>
            </a:r>
          </a:p>
        </p:txBody>
      </p:sp>
    </p:spTree>
    <p:extLst>
      <p:ext uri="{BB962C8B-B14F-4D97-AF65-F5344CB8AC3E}">
        <p14:creationId xmlns:p14="http://schemas.microsoft.com/office/powerpoint/2010/main" val="1602375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-9">
            <a:extLst xmlns:a="http://schemas.openxmlformats.org/drawingml/2006/main">
              <a:ext uri="{FF2B5EF4-FFF2-40B4-BE49-F238E27FC236}">
                <a16:creationId xmlns:a16="http://schemas.microsoft.com/office/drawing/2014/main" id="{D6AFC148-1B2E-4C36-AC1A-A4B54FE3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09FD0D8F-B6D2-4C65-978F-932D67E9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EXPLORE · ภารกิจ Tilt Simulator</a:t>
            </a:r>
          </a:p>
        </p:txBody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18EF898E-8073-4AF2-86DD-E0796FCC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09</a:t>
            </a:r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E497E49D-0CEF-4981-BA65-BF75A020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ทดลองให้เห็นด้วยตา: ค่าเดียวกัน ผลต่างกันเมื่อเปิด constrain</a:t>
            </a:r>
          </a:p>
        </p:txBody>
      </p:sp>
      <p:sp>
        <p:nvSpPr>
          <p:cNvPr id="5" name="mission-num-dot-0">
            <a:extLst xmlns:a="http://schemas.openxmlformats.org/drawingml/2006/main">
              <a:ext uri="{FF2B5EF4-FFF2-40B4-BE49-F238E27FC236}">
                <a16:creationId xmlns:a16="http://schemas.microsoft.com/office/drawing/2014/main" id="{27889EEC-55A8-4235-B835-EBEF3EA3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" y="1971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ission-num-0">
            <a:extLst xmlns:a="http://schemas.openxmlformats.org/drawingml/2006/main">
              <a:ext uri="{FF2B5EF4-FFF2-40B4-BE49-F238E27FC236}">
                <a16:creationId xmlns:a16="http://schemas.microsoft.com/office/drawing/2014/main" id="{C417B5DC-BBBA-479D-BB1E-A6AFE441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764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mission-head-0">
            <a:extLst xmlns:a="http://schemas.openxmlformats.org/drawingml/2006/main">
              <a:ext uri="{FF2B5EF4-FFF2-40B4-BE49-F238E27FC236}">
                <a16:creationId xmlns:a16="http://schemas.microsoft.com/office/drawing/2014/main" id="{1B845CA2-B422-4BF2-81DA-74721CD0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0003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3162B"/>
                </a:solidFill>
              </a:defRPr>
            </a:pPr>
            <a:r>
              <a:rPr sz="1875" b="1">
                <a:solidFill>
                  <a:srgbClr val="23162B"/>
                </a:solidFill>
              </a:rPr>
              <a:t>ลอง −600, 0, 600</a:t>
            </a:r>
          </a:p>
        </p:txBody>
      </p:sp>
      <p:sp>
        <p:nvSpPr>
          <p:cNvPr id="8" name="mission-sub-0">
            <a:extLst xmlns:a="http://schemas.openxmlformats.org/drawingml/2006/main">
              <a:ext uri="{FF2B5EF4-FFF2-40B4-BE49-F238E27FC236}">
                <a16:creationId xmlns:a16="http://schemas.microsoft.com/office/drawing/2014/main" id="{70FFD9FD-078D-4D1B-BE56-6D55FB3F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619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5C6B"/>
                </a:solidFill>
              </a:defRPr>
            </a:pPr>
            <a:r>
              <a:rPr sz="1425" b="0">
                <a:solidFill>
                  <a:srgbClr val="665C6B"/>
                </a:solidFill>
              </a:rPr>
              <a:t>ตรวจปลายช่วงและจุดกลาง</a:t>
            </a:r>
          </a:p>
        </p:txBody>
      </p:sp>
      <p:sp>
        <p:nvSpPr>
          <p:cNvPr id="9" name="mission-num-dot-1">
            <a:extLst xmlns:a="http://schemas.openxmlformats.org/drawingml/2006/main">
              <a:ext uri="{FF2B5EF4-FFF2-40B4-BE49-F238E27FC236}">
                <a16:creationId xmlns:a16="http://schemas.microsoft.com/office/drawing/2014/main" id="{4497E5FF-0542-4459-97C7-1A5D080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8675" y="1971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ssion-num-1">
            <a:extLst xmlns:a="http://schemas.openxmlformats.org/drawingml/2006/main">
              <a:ext uri="{FF2B5EF4-FFF2-40B4-BE49-F238E27FC236}">
                <a16:creationId xmlns:a16="http://schemas.microsoft.com/office/drawing/2014/main" id="{AE2E18BF-92E5-43B0-B7EA-1F9E3639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0764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1670"/>
                </a:solidFill>
              </a:defRPr>
            </a:pPr>
            <a:r>
              <a:rPr sz="2100" b="1">
                <a:solidFill>
                  <a:srgbClr val="5E1670"/>
                </a:solidFill>
              </a:rPr>
              <a:t>2</a:t>
            </a:r>
          </a:p>
        </p:txBody>
      </p:sp>
      <p:sp>
        <p:nvSpPr>
          <p:cNvPr id="11" name="mission-head-1">
            <a:extLst xmlns:a="http://schemas.openxmlformats.org/drawingml/2006/main">
              <a:ext uri="{FF2B5EF4-FFF2-40B4-BE49-F238E27FC236}">
                <a16:creationId xmlns:a16="http://schemas.microsoft.com/office/drawing/2014/main" id="{F3124F30-D94D-4101-9233-A309455C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0003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3162B"/>
                </a:solidFill>
              </a:defRPr>
            </a:pPr>
            <a:r>
              <a:rPr sz="1875" b="1">
                <a:solidFill>
                  <a:srgbClr val="23162B"/>
                </a:solidFill>
              </a:rPr>
              <a:t>ลอง 800 mg</a:t>
            </a:r>
          </a:p>
        </p:txBody>
      </p:sp>
      <p:sp>
        <p:nvSpPr>
          <p:cNvPr id="12" name="mission-sub-1">
            <a:extLst xmlns:a="http://schemas.openxmlformats.org/drawingml/2006/main">
              <a:ext uri="{FF2B5EF4-FFF2-40B4-BE49-F238E27FC236}">
                <a16:creationId xmlns:a16="http://schemas.microsoft.com/office/drawing/2014/main" id="{2AC3B782-B350-40E0-8E36-7F3C8ABC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619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5C6B"/>
                </a:solidFill>
              </a:defRPr>
            </a:pPr>
            <a:r>
              <a:rPr sz="1425" b="0">
                <a:solidFill>
                  <a:srgbClr val="665C6B"/>
                </a:solidFill>
              </a:rPr>
              <a:t>สังเกตเมื่อค่าหลุดช่วง</a:t>
            </a:r>
          </a:p>
        </p:txBody>
      </p:sp>
      <p:sp>
        <p:nvSpPr>
          <p:cNvPr id="13" name="mission-num-dot-2">
            <a:extLst xmlns:a="http://schemas.openxmlformats.org/drawingml/2006/main">
              <a:ext uri="{FF2B5EF4-FFF2-40B4-BE49-F238E27FC236}">
                <a16:creationId xmlns:a16="http://schemas.microsoft.com/office/drawing/2014/main" id="{43CAAAE8-B498-48BB-8A0B-BEC2FE5D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3425" y="1971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ssion-num-2">
            <a:extLst xmlns:a="http://schemas.openxmlformats.org/drawingml/2006/main">
              <a:ext uri="{FF2B5EF4-FFF2-40B4-BE49-F238E27FC236}">
                <a16:creationId xmlns:a16="http://schemas.microsoft.com/office/drawing/2014/main" id="{17436CEA-B848-407D-81F8-CA6986A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20764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mission-head-2">
            <a:extLst xmlns:a="http://schemas.openxmlformats.org/drawingml/2006/main">
              <a:ext uri="{FF2B5EF4-FFF2-40B4-BE49-F238E27FC236}">
                <a16:creationId xmlns:a16="http://schemas.microsoft.com/office/drawing/2014/main" id="{F68F9ABE-D4CA-472F-9A3D-D83AF57B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30003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3162B"/>
                </a:solidFill>
              </a:defRPr>
            </a:pPr>
            <a:r>
              <a:rPr sz="1875" b="1">
                <a:solidFill>
                  <a:srgbClr val="23162B"/>
                </a:solidFill>
              </a:rPr>
              <a:t>สลับ constrain</a:t>
            </a:r>
          </a:p>
        </p:txBody>
      </p:sp>
      <p:sp>
        <p:nvSpPr>
          <p:cNvPr id="16" name="mission-sub-2">
            <a:extLst xmlns:a="http://schemas.openxmlformats.org/drawingml/2006/main">
              <a:ext uri="{FF2B5EF4-FFF2-40B4-BE49-F238E27FC236}">
                <a16:creationId xmlns:a16="http://schemas.microsoft.com/office/drawing/2014/main" id="{CFCC7C4E-F738-4CED-B610-9EBD7CA8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3619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5C6B"/>
                </a:solidFill>
              </a:defRPr>
            </a:pPr>
            <a:r>
              <a:rPr sz="1425" b="0">
                <a:solidFill>
                  <a:srgbClr val="665C6B"/>
                </a:solidFill>
              </a:rPr>
              <a:t>เปรียบเทียบปิดกับเปิด</a:t>
            </a:r>
          </a:p>
        </p:txBody>
      </p:sp>
      <p:sp>
        <p:nvSpPr>
          <p:cNvPr id="17" name="mission-banner">
            <a:extLst xmlns:a="http://schemas.openxmlformats.org/drawingml/2006/main">
              <a:ext uri="{FF2B5EF4-FFF2-40B4-BE49-F238E27FC236}">
                <a16:creationId xmlns:a16="http://schemas.microsoft.com/office/drawing/2014/main" id="{E24C5A9F-0C68-4FCE-8FFC-8884D815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000625"/>
            <a:ext cx="8001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ssion-banner-text">
            <a:extLst xmlns:a="http://schemas.openxmlformats.org/drawingml/2006/main">
              <a:ext uri="{FF2B5EF4-FFF2-40B4-BE49-F238E27FC236}">
                <a16:creationId xmlns:a16="http://schemas.microsoft.com/office/drawing/2014/main" id="{24720C1D-2648-4C96-AF1C-BE028DA3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52578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E1670"/>
                </a:solidFill>
              </a:defRPr>
            </a:pPr>
            <a:r>
              <a:rPr sz="1725" b="1">
                <a:solidFill>
                  <a:srgbClr val="5E1670"/>
                </a:solidFill>
              </a:rPr>
              <a:t>ภารกิจผ่านเมื่อเห็นค่าเกิน ±600 mg ทั้งโหมดปิดและเปิด constrain</a:t>
            </a:r>
          </a:p>
        </p:txBody>
      </p:sp>
    </p:spTree>
    <p:extLst>
      <p:ext uri="{BB962C8B-B14F-4D97-AF65-F5344CB8AC3E}">
        <p14:creationId xmlns:p14="http://schemas.microsoft.com/office/powerpoint/2010/main" val="19792343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top-band-10">
            <a:extLst xmlns:a="http://schemas.openxmlformats.org/drawingml/2006/main">
              <a:ext uri="{FF2B5EF4-FFF2-40B4-BE49-F238E27FC236}">
                <a16:creationId xmlns:a16="http://schemas.microsoft.com/office/drawing/2014/main" id="{7FF41FB0-B6E3-4FE0-AE5D-A578614B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EE1FC646-0845-428F-94DD-CC4D7AEA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OBSERVE · 800 mg แบบปิด/เปิด constrain</a:t>
            </a:r>
          </a:p>
        </p:txBody>
      </p:sp>
      <p:sp>
        <p:nvSpPr>
          <p:cNvPr id="3" name="footer-10">
            <a:extLst xmlns:a="http://schemas.openxmlformats.org/drawingml/2006/main">
              <a:ext uri="{FF2B5EF4-FFF2-40B4-BE49-F238E27FC236}">
                <a16:creationId xmlns:a16="http://schemas.microsoft.com/office/drawing/2014/main" id="{34C545EF-7323-4042-A525-AC53305E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10</a:t>
            </a:r>
          </a:p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BB965FFA-602F-4A47-AE44-25A73687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constrain() เปลี่ยน 4.67 ให้กลับมาอยู่ที่ขอบ 4</a:t>
            </a:r>
          </a:p>
        </p:txBody>
      </p:sp>
      <p:sp>
        <p:nvSpPr>
          <p:cNvPr id="5" name="off-half">
            <a:extLst xmlns:a="http://schemas.openxmlformats.org/drawingml/2006/main">
              <a:ext uri="{FF2B5EF4-FFF2-40B4-BE49-F238E27FC236}">
                <a16:creationId xmlns:a16="http://schemas.microsoft.com/office/drawing/2014/main" id="{26D0051A-C46C-4EFC-ADAE-E99F890B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381125"/>
            <a:ext cx="6096000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n-half">
            <a:extLst xmlns:a="http://schemas.openxmlformats.org/drawingml/2006/main">
              <a:ext uri="{FF2B5EF4-FFF2-40B4-BE49-F238E27FC236}">
                <a16:creationId xmlns:a16="http://schemas.microsoft.com/office/drawing/2014/main" id="{038649EC-6E47-479F-A7A4-16C0E931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381125"/>
            <a:ext cx="6096000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ff-title">
            <a:extLst xmlns:a="http://schemas.openxmlformats.org/drawingml/2006/main">
              <a:ext uri="{FF2B5EF4-FFF2-40B4-BE49-F238E27FC236}">
                <a16:creationId xmlns:a16="http://schemas.microsoft.com/office/drawing/2014/main" id="{BDAC6B69-A7CD-4E16-8868-BDCE25B6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66687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0392B"/>
                </a:solidFill>
              </a:defRPr>
            </a:pPr>
            <a:r>
              <a:rPr sz="2250" b="1">
                <a:solidFill>
                  <a:srgbClr val="C0392B"/>
                </a:solidFill>
              </a:rPr>
              <a:t>ปิด constrain</a:t>
            </a:r>
          </a:p>
        </p:txBody>
      </p:sp>
      <p:sp>
        <p:nvSpPr>
          <p:cNvPr id="8" name="on-title">
            <a:extLst xmlns:a="http://schemas.openxmlformats.org/drawingml/2006/main">
              <a:ext uri="{FF2B5EF4-FFF2-40B4-BE49-F238E27FC236}">
                <a16:creationId xmlns:a16="http://schemas.microsoft.com/office/drawing/2014/main" id="{F0B025DA-64FD-46A8-9770-6D16E558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166687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98754"/>
                </a:solidFill>
              </a:defRPr>
            </a:pPr>
            <a:r>
              <a:rPr sz="2250" b="1">
                <a:solidFill>
                  <a:srgbClr val="198754"/>
                </a:solidFill>
              </a:rPr>
              <a:t>เปิด constrain</a:t>
            </a:r>
          </a:p>
        </p:txBody>
      </p:sp>
      <p:sp>
        <p:nvSpPr>
          <p:cNvPr id="9" name="off-value">
            <a:extLst xmlns:a="http://schemas.openxmlformats.org/drawingml/2006/main">
              <a:ext uri="{FF2B5EF4-FFF2-40B4-BE49-F238E27FC236}">
                <a16:creationId xmlns:a16="http://schemas.microsoft.com/office/drawing/2014/main" id="{059EB574-5E85-4CB4-BD7B-5DCDEBF0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3812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3162B"/>
                </a:solidFill>
              </a:defRPr>
            </a:pPr>
            <a:r>
              <a:rPr sz="1950" b="1">
                <a:solidFill>
                  <a:srgbClr val="23162B"/>
                </a:solidFill>
              </a:rPr>
              <a:t>mapped = 4.67</a:t>
            </a:r>
          </a:p>
        </p:txBody>
      </p:sp>
      <p:sp>
        <p:nvSpPr>
          <p:cNvPr id="10" name="on-value">
            <a:extLst xmlns:a="http://schemas.openxmlformats.org/drawingml/2006/main">
              <a:ext uri="{FF2B5EF4-FFF2-40B4-BE49-F238E27FC236}">
                <a16:creationId xmlns:a16="http://schemas.microsoft.com/office/drawing/2014/main" id="{B243A600-F743-401A-973F-3A692025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381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3162B"/>
                </a:solidFill>
              </a:defRPr>
            </a:pPr>
            <a:r>
              <a:rPr sz="1950" b="1">
                <a:solidFill>
                  <a:srgbClr val="23162B"/>
                </a:solidFill>
              </a:rPr>
              <a:t>constrain(4.67, 0, 4) = 4</a:t>
            </a:r>
          </a:p>
        </p:txBody>
      </p:sp>
      <p:sp>
        <p:nvSpPr>
          <p:cNvPr id="11" name="off-grid-0-0">
            <a:extLst xmlns:a="http://schemas.openxmlformats.org/drawingml/2006/main">
              <a:ext uri="{FF2B5EF4-FFF2-40B4-BE49-F238E27FC236}">
                <a16:creationId xmlns:a16="http://schemas.microsoft.com/office/drawing/2014/main" id="{D43C882D-5252-4D12-8D78-4E8E24AC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4988" y="3281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ff-grid-0-1">
            <a:extLst xmlns:a="http://schemas.openxmlformats.org/drawingml/2006/main">
              <a:ext uri="{FF2B5EF4-FFF2-40B4-BE49-F238E27FC236}">
                <a16:creationId xmlns:a16="http://schemas.microsoft.com/office/drawing/2014/main" id="{A39AB222-76E9-44B8-B7A8-396FAB68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3281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ff-grid-0-2">
            <a:extLst xmlns:a="http://schemas.openxmlformats.org/drawingml/2006/main">
              <a:ext uri="{FF2B5EF4-FFF2-40B4-BE49-F238E27FC236}">
                <a16:creationId xmlns:a16="http://schemas.microsoft.com/office/drawing/2014/main" id="{EAA5CC3D-65C4-4EA4-9DD8-A8427C7E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7488" y="3281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ff-grid-0-3">
            <a:extLst xmlns:a="http://schemas.openxmlformats.org/drawingml/2006/main">
              <a:ext uri="{FF2B5EF4-FFF2-40B4-BE49-F238E27FC236}">
                <a16:creationId xmlns:a16="http://schemas.microsoft.com/office/drawing/2014/main" id="{88BF2065-CDED-4BE0-B3BA-246C6764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3738" y="3281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ff-grid-0-4">
            <a:extLst xmlns:a="http://schemas.openxmlformats.org/drawingml/2006/main">
              <a:ext uri="{FF2B5EF4-FFF2-40B4-BE49-F238E27FC236}">
                <a16:creationId xmlns:a16="http://schemas.microsoft.com/office/drawing/2014/main" id="{70B7D50C-0751-4D7E-940D-E0B04F2C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9988" y="3281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ff-grid-1-0">
            <a:extLst xmlns:a="http://schemas.openxmlformats.org/drawingml/2006/main">
              <a:ext uri="{FF2B5EF4-FFF2-40B4-BE49-F238E27FC236}">
                <a16:creationId xmlns:a16="http://schemas.microsoft.com/office/drawing/2014/main" id="{46D6ED14-8DA4-48BD-98DE-12FB1EFD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4988" y="37576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ff-grid-1-1">
            <a:extLst xmlns:a="http://schemas.openxmlformats.org/drawingml/2006/main">
              <a:ext uri="{FF2B5EF4-FFF2-40B4-BE49-F238E27FC236}">
                <a16:creationId xmlns:a16="http://schemas.microsoft.com/office/drawing/2014/main" id="{0072DAD4-50BA-4425-A968-39F896C0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37576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ff-grid-1-2">
            <a:extLst xmlns:a="http://schemas.openxmlformats.org/drawingml/2006/main">
              <a:ext uri="{FF2B5EF4-FFF2-40B4-BE49-F238E27FC236}">
                <a16:creationId xmlns:a16="http://schemas.microsoft.com/office/drawing/2014/main" id="{E1320127-A068-430E-A314-E91CF502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7488" y="37576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ff-grid-1-3">
            <a:extLst xmlns:a="http://schemas.openxmlformats.org/drawingml/2006/main">
              <a:ext uri="{FF2B5EF4-FFF2-40B4-BE49-F238E27FC236}">
                <a16:creationId xmlns:a16="http://schemas.microsoft.com/office/drawing/2014/main" id="{C5FD1FEA-8159-41CB-ABCD-2F042953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3738" y="37576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ff-grid-1-4">
            <a:extLst xmlns:a="http://schemas.openxmlformats.org/drawingml/2006/main">
              <a:ext uri="{FF2B5EF4-FFF2-40B4-BE49-F238E27FC236}">
                <a16:creationId xmlns:a16="http://schemas.microsoft.com/office/drawing/2014/main" id="{8E3E1F55-FACD-4DD7-BA58-64DD035D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9988" y="37576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ff-grid-2-0">
            <a:extLst xmlns:a="http://schemas.openxmlformats.org/drawingml/2006/main">
              <a:ext uri="{FF2B5EF4-FFF2-40B4-BE49-F238E27FC236}">
                <a16:creationId xmlns:a16="http://schemas.microsoft.com/office/drawing/2014/main" id="{6F0D776F-5B78-4B84-8B2B-A4A438FC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4988" y="42338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ff-grid-2-1">
            <a:extLst xmlns:a="http://schemas.openxmlformats.org/drawingml/2006/main">
              <a:ext uri="{FF2B5EF4-FFF2-40B4-BE49-F238E27FC236}">
                <a16:creationId xmlns:a16="http://schemas.microsoft.com/office/drawing/2014/main" id="{BE8E03FC-543E-4498-8334-E843AFBE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42338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ff-grid-2-2">
            <a:extLst xmlns:a="http://schemas.openxmlformats.org/drawingml/2006/main">
              <a:ext uri="{FF2B5EF4-FFF2-40B4-BE49-F238E27FC236}">
                <a16:creationId xmlns:a16="http://schemas.microsoft.com/office/drawing/2014/main" id="{D0BDA775-FC76-46CA-887F-134F8959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7488" y="42338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ff-grid-2-3">
            <a:extLst xmlns:a="http://schemas.openxmlformats.org/drawingml/2006/main">
              <a:ext uri="{FF2B5EF4-FFF2-40B4-BE49-F238E27FC236}">
                <a16:creationId xmlns:a16="http://schemas.microsoft.com/office/drawing/2014/main" id="{89BCA411-80AD-44E7-8298-E36ADE95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3738" y="42338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ff-grid-2-4">
            <a:extLst xmlns:a="http://schemas.openxmlformats.org/drawingml/2006/main">
              <a:ext uri="{FF2B5EF4-FFF2-40B4-BE49-F238E27FC236}">
                <a16:creationId xmlns:a16="http://schemas.microsoft.com/office/drawing/2014/main" id="{9424B593-37C8-433A-8883-27251C57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9988" y="42338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ff-grid-3-0">
            <a:extLst xmlns:a="http://schemas.openxmlformats.org/drawingml/2006/main">
              <a:ext uri="{FF2B5EF4-FFF2-40B4-BE49-F238E27FC236}">
                <a16:creationId xmlns:a16="http://schemas.microsoft.com/office/drawing/2014/main" id="{4F078628-AF20-4166-8181-8D293927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4988" y="47101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ff-grid-3-1">
            <a:extLst xmlns:a="http://schemas.openxmlformats.org/drawingml/2006/main">
              <a:ext uri="{FF2B5EF4-FFF2-40B4-BE49-F238E27FC236}">
                <a16:creationId xmlns:a16="http://schemas.microsoft.com/office/drawing/2014/main" id="{A7ECAADB-751F-45E3-A97B-0B3C3FE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47101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ff-grid-3-2">
            <a:extLst xmlns:a="http://schemas.openxmlformats.org/drawingml/2006/main">
              <a:ext uri="{FF2B5EF4-FFF2-40B4-BE49-F238E27FC236}">
                <a16:creationId xmlns:a16="http://schemas.microsoft.com/office/drawing/2014/main" id="{05231F1F-21E4-4534-819D-49F9DBF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7488" y="47101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ff-grid-3-3">
            <a:extLst xmlns:a="http://schemas.openxmlformats.org/drawingml/2006/main">
              <a:ext uri="{FF2B5EF4-FFF2-40B4-BE49-F238E27FC236}">
                <a16:creationId xmlns:a16="http://schemas.microsoft.com/office/drawing/2014/main" id="{716D4A52-1D57-41F3-A11B-F644ACFF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3738" y="47101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ff-grid-3-4">
            <a:extLst xmlns:a="http://schemas.openxmlformats.org/drawingml/2006/main">
              <a:ext uri="{FF2B5EF4-FFF2-40B4-BE49-F238E27FC236}">
                <a16:creationId xmlns:a16="http://schemas.microsoft.com/office/drawing/2014/main" id="{12DC9709-D671-4C68-ABEB-C801D08C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9988" y="47101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ff-grid-4-0">
            <a:extLst xmlns:a="http://schemas.openxmlformats.org/drawingml/2006/main">
              <a:ext uri="{FF2B5EF4-FFF2-40B4-BE49-F238E27FC236}">
                <a16:creationId xmlns:a16="http://schemas.microsoft.com/office/drawing/2014/main" id="{10D0276C-3D27-411C-9A48-0162C727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4988" y="5186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ff-grid-4-1">
            <a:extLst xmlns:a="http://schemas.openxmlformats.org/drawingml/2006/main">
              <a:ext uri="{FF2B5EF4-FFF2-40B4-BE49-F238E27FC236}">
                <a16:creationId xmlns:a16="http://schemas.microsoft.com/office/drawing/2014/main" id="{B0FC843D-8372-4A7E-8B3F-46C2D60A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5186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ff-grid-4-2">
            <a:extLst xmlns:a="http://schemas.openxmlformats.org/drawingml/2006/main">
              <a:ext uri="{FF2B5EF4-FFF2-40B4-BE49-F238E27FC236}">
                <a16:creationId xmlns:a16="http://schemas.microsoft.com/office/drawing/2014/main" id="{1A7A1613-71D9-49A7-B2A6-27F38413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7488" y="5186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off-grid-4-3">
            <a:extLst xmlns:a="http://schemas.openxmlformats.org/drawingml/2006/main">
              <a:ext uri="{FF2B5EF4-FFF2-40B4-BE49-F238E27FC236}">
                <a16:creationId xmlns:a16="http://schemas.microsoft.com/office/drawing/2014/main" id="{022F7FAA-B14D-48A6-99E8-F1F704A7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3738" y="5186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off-grid-4-4">
            <a:extLst xmlns:a="http://schemas.openxmlformats.org/drawingml/2006/main">
              <a:ext uri="{FF2B5EF4-FFF2-40B4-BE49-F238E27FC236}">
                <a16:creationId xmlns:a16="http://schemas.microsoft.com/office/drawing/2014/main" id="{77FAD881-B9E1-4FC8-BB77-4995E065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9988" y="5186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on-grid-0-0">
            <a:extLst xmlns:a="http://schemas.openxmlformats.org/drawingml/2006/main">
              <a:ext uri="{FF2B5EF4-FFF2-40B4-BE49-F238E27FC236}">
                <a16:creationId xmlns:a16="http://schemas.microsoft.com/office/drawing/2014/main" id="{87640545-8ACA-4499-A4E6-0BACA94C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8613" y="3281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on-grid-0-1">
            <a:extLst xmlns:a="http://schemas.openxmlformats.org/drawingml/2006/main">
              <a:ext uri="{FF2B5EF4-FFF2-40B4-BE49-F238E27FC236}">
                <a16:creationId xmlns:a16="http://schemas.microsoft.com/office/drawing/2014/main" id="{9FE144E5-76AA-43C7-9565-F432A24A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4863" y="3281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on-grid-0-2">
            <a:extLst xmlns:a="http://schemas.openxmlformats.org/drawingml/2006/main">
              <a:ext uri="{FF2B5EF4-FFF2-40B4-BE49-F238E27FC236}">
                <a16:creationId xmlns:a16="http://schemas.microsoft.com/office/drawing/2014/main" id="{02862818-11CF-471F-8B62-743D7FE2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1113" y="3281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on-grid-0-3">
            <a:extLst xmlns:a="http://schemas.openxmlformats.org/drawingml/2006/main">
              <a:ext uri="{FF2B5EF4-FFF2-40B4-BE49-F238E27FC236}">
                <a16:creationId xmlns:a16="http://schemas.microsoft.com/office/drawing/2014/main" id="{7CE124E2-88FC-47AA-AED0-D7433FB8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7363" y="3281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on-grid-0-4">
            <a:extLst xmlns:a="http://schemas.openxmlformats.org/drawingml/2006/main">
              <a:ext uri="{FF2B5EF4-FFF2-40B4-BE49-F238E27FC236}">
                <a16:creationId xmlns:a16="http://schemas.microsoft.com/office/drawing/2014/main" id="{923DF779-60F7-4888-B952-FCFCC89D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3613" y="3281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on-grid-1-0">
            <a:extLst xmlns:a="http://schemas.openxmlformats.org/drawingml/2006/main">
              <a:ext uri="{FF2B5EF4-FFF2-40B4-BE49-F238E27FC236}">
                <a16:creationId xmlns:a16="http://schemas.microsoft.com/office/drawing/2014/main" id="{22850994-57C4-4211-AF9D-C1012867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8613" y="37576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on-grid-1-1">
            <a:extLst xmlns:a="http://schemas.openxmlformats.org/drawingml/2006/main">
              <a:ext uri="{FF2B5EF4-FFF2-40B4-BE49-F238E27FC236}">
                <a16:creationId xmlns:a16="http://schemas.microsoft.com/office/drawing/2014/main" id="{50E717DC-E8BE-4BB3-A6EF-4028B7D3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4863" y="37576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on-grid-1-2">
            <a:extLst xmlns:a="http://schemas.openxmlformats.org/drawingml/2006/main">
              <a:ext uri="{FF2B5EF4-FFF2-40B4-BE49-F238E27FC236}">
                <a16:creationId xmlns:a16="http://schemas.microsoft.com/office/drawing/2014/main" id="{583D8DD6-3185-4D4E-838F-659290E4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1113" y="37576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n-grid-1-3">
            <a:extLst xmlns:a="http://schemas.openxmlformats.org/drawingml/2006/main">
              <a:ext uri="{FF2B5EF4-FFF2-40B4-BE49-F238E27FC236}">
                <a16:creationId xmlns:a16="http://schemas.microsoft.com/office/drawing/2014/main" id="{5844E916-213B-4D66-949B-975CF83F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7363" y="37576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on-grid-1-4">
            <a:extLst xmlns:a="http://schemas.openxmlformats.org/drawingml/2006/main">
              <a:ext uri="{FF2B5EF4-FFF2-40B4-BE49-F238E27FC236}">
                <a16:creationId xmlns:a16="http://schemas.microsoft.com/office/drawing/2014/main" id="{065509BE-65E2-4FBE-8040-CE121C71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3613" y="37576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n-grid-2-0">
            <a:extLst xmlns:a="http://schemas.openxmlformats.org/drawingml/2006/main">
              <a:ext uri="{FF2B5EF4-FFF2-40B4-BE49-F238E27FC236}">
                <a16:creationId xmlns:a16="http://schemas.microsoft.com/office/drawing/2014/main" id="{4F7C9A79-06A9-43ED-9B13-6AF93510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8613" y="42338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n-grid-2-1">
            <a:extLst xmlns:a="http://schemas.openxmlformats.org/drawingml/2006/main">
              <a:ext uri="{FF2B5EF4-FFF2-40B4-BE49-F238E27FC236}">
                <a16:creationId xmlns:a16="http://schemas.microsoft.com/office/drawing/2014/main" id="{1270E96F-B2EB-4949-950E-C0E0AD52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4863" y="42338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n-grid-2-2">
            <a:extLst xmlns:a="http://schemas.openxmlformats.org/drawingml/2006/main">
              <a:ext uri="{FF2B5EF4-FFF2-40B4-BE49-F238E27FC236}">
                <a16:creationId xmlns:a16="http://schemas.microsoft.com/office/drawing/2014/main" id="{584E2792-F3C0-4789-83D2-3ADFC654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1113" y="42338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on-grid-2-3">
            <a:extLst xmlns:a="http://schemas.openxmlformats.org/drawingml/2006/main">
              <a:ext uri="{FF2B5EF4-FFF2-40B4-BE49-F238E27FC236}">
                <a16:creationId xmlns:a16="http://schemas.microsoft.com/office/drawing/2014/main" id="{585F1086-FFDF-447C-B378-0FA48EA3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7363" y="42338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n-grid-2-4">
            <a:extLst xmlns:a="http://schemas.openxmlformats.org/drawingml/2006/main">
              <a:ext uri="{FF2B5EF4-FFF2-40B4-BE49-F238E27FC236}">
                <a16:creationId xmlns:a16="http://schemas.microsoft.com/office/drawing/2014/main" id="{908CA173-DEFB-4113-A5EF-DF338219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3613" y="42338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n-grid-3-0">
            <a:extLst xmlns:a="http://schemas.openxmlformats.org/drawingml/2006/main">
              <a:ext uri="{FF2B5EF4-FFF2-40B4-BE49-F238E27FC236}">
                <a16:creationId xmlns:a16="http://schemas.microsoft.com/office/drawing/2014/main" id="{5AAC361F-19A6-4044-9162-BAEBF9C7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8613" y="47101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n-grid-3-1">
            <a:extLst xmlns:a="http://schemas.openxmlformats.org/drawingml/2006/main">
              <a:ext uri="{FF2B5EF4-FFF2-40B4-BE49-F238E27FC236}">
                <a16:creationId xmlns:a16="http://schemas.microsoft.com/office/drawing/2014/main" id="{B975FC7F-0CB0-4335-BB4A-D4E37FB9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4863" y="47101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n-grid-3-2">
            <a:extLst xmlns:a="http://schemas.openxmlformats.org/drawingml/2006/main">
              <a:ext uri="{FF2B5EF4-FFF2-40B4-BE49-F238E27FC236}">
                <a16:creationId xmlns:a16="http://schemas.microsoft.com/office/drawing/2014/main" id="{131EC11C-5570-4EF7-9AAA-407FF81C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1113" y="47101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on-grid-3-3">
            <a:extLst xmlns:a="http://schemas.openxmlformats.org/drawingml/2006/main">
              <a:ext uri="{FF2B5EF4-FFF2-40B4-BE49-F238E27FC236}">
                <a16:creationId xmlns:a16="http://schemas.microsoft.com/office/drawing/2014/main" id="{25D25959-A9C2-4BEA-A02D-269B6976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7363" y="47101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n-grid-3-4">
            <a:extLst xmlns:a="http://schemas.openxmlformats.org/drawingml/2006/main">
              <a:ext uri="{FF2B5EF4-FFF2-40B4-BE49-F238E27FC236}">
                <a16:creationId xmlns:a16="http://schemas.microsoft.com/office/drawing/2014/main" id="{53155742-C217-4A13-A622-EEB4F17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3613" y="471011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on-grid-4-0">
            <a:extLst xmlns:a="http://schemas.openxmlformats.org/drawingml/2006/main">
              <a:ext uri="{FF2B5EF4-FFF2-40B4-BE49-F238E27FC236}">
                <a16:creationId xmlns:a16="http://schemas.microsoft.com/office/drawing/2014/main" id="{FB0B431A-FD1A-4F5D-803E-EC2F4A69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8613" y="5186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n-grid-4-1">
            <a:extLst xmlns:a="http://schemas.openxmlformats.org/drawingml/2006/main">
              <a:ext uri="{FF2B5EF4-FFF2-40B4-BE49-F238E27FC236}">
                <a16:creationId xmlns:a16="http://schemas.microsoft.com/office/drawing/2014/main" id="{4550D1C3-5374-4B0C-8FD8-118C084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4863" y="5186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on-grid-4-2">
            <a:extLst xmlns:a="http://schemas.openxmlformats.org/drawingml/2006/main">
              <a:ext uri="{FF2B5EF4-FFF2-40B4-BE49-F238E27FC236}">
                <a16:creationId xmlns:a16="http://schemas.microsoft.com/office/drawing/2014/main" id="{147BF188-30CB-4FA7-8784-5C64A4B0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1113" y="5186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on-grid-4-3">
            <a:extLst xmlns:a="http://schemas.openxmlformats.org/drawingml/2006/main">
              <a:ext uri="{FF2B5EF4-FFF2-40B4-BE49-F238E27FC236}">
                <a16:creationId xmlns:a16="http://schemas.microsoft.com/office/drawing/2014/main" id="{BD142490-8F90-4B81-A55C-9A4EACE3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7363" y="5186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on-grid-4-4">
            <a:extLst xmlns:a="http://schemas.openxmlformats.org/drawingml/2006/main">
              <a:ext uri="{FF2B5EF4-FFF2-40B4-BE49-F238E27FC236}">
                <a16:creationId xmlns:a16="http://schemas.microsoft.com/office/drawing/2014/main" id="{AB6DA7AE-E020-460E-A7DA-3C118F6F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3613" y="51863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off-result">
            <a:extLst xmlns:a="http://schemas.openxmlformats.org/drawingml/2006/main">
              <a:ext uri="{FF2B5EF4-FFF2-40B4-BE49-F238E27FC236}">
                <a16:creationId xmlns:a16="http://schemas.microsoft.com/office/drawing/2014/main" id="{62037659-A437-4914-9827-B7B6C2A9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8102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0392B"/>
                </a:solidFill>
              </a:defRPr>
            </a:pPr>
            <a:r>
              <a:rPr sz="1575" b="1">
                <a:solidFill>
                  <a:srgbClr val="C0392B"/>
                </a:solidFill>
              </a:rPr>
              <a:t>พิกัดหลุด → ไฟหาย/ระบบสะดุด</a:t>
            </a:r>
          </a:p>
        </p:txBody>
      </p:sp>
      <p:sp>
        <p:nvSpPr>
          <p:cNvPr id="62" name="on-result">
            <a:extLst xmlns:a="http://schemas.openxmlformats.org/drawingml/2006/main">
              <a:ext uri="{FF2B5EF4-FFF2-40B4-BE49-F238E27FC236}">
                <a16:creationId xmlns:a16="http://schemas.microsoft.com/office/drawing/2014/main" id="{8EFDEA76-1FD0-4593-AB2F-68909CCB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58102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8754"/>
                </a:solidFill>
              </a:defRPr>
            </a:pPr>
            <a:r>
              <a:rPr sz="1575" b="1">
                <a:solidFill>
                  <a:srgbClr val="198754"/>
                </a:solidFill>
              </a:rPr>
              <a:t>จำกัดไว้ที่ขอบ → แสดงผลต่อได้</a:t>
            </a:r>
          </a:p>
        </p:txBody>
      </p:sp>
    </p:spTree>
    <p:extLst>
      <p:ext uri="{BB962C8B-B14F-4D97-AF65-F5344CB8AC3E}">
        <p14:creationId xmlns:p14="http://schemas.microsoft.com/office/powerpoint/2010/main" val="17553084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band-11">
            <a:extLst xmlns:a="http://schemas.openxmlformats.org/drawingml/2006/main">
              <a:ext uri="{FF2B5EF4-FFF2-40B4-BE49-F238E27FC236}">
                <a16:creationId xmlns:a16="http://schemas.microsoft.com/office/drawing/2014/main" id="{64E89A87-C293-486E-AA34-5554B4DE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91D66252-6B8A-4502-9B0C-7BDF4AD0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DEBUG · เปรียบเทียบจากตัวเลข</a:t>
            </a:r>
          </a:p>
        </p:txBody>
      </p:sp>
      <p:sp>
        <p:nvSpPr>
          <p:cNvPr id="3" name="footer-11">
            <a:extLst xmlns:a="http://schemas.openxmlformats.org/drawingml/2006/main">
              <a:ext uri="{FF2B5EF4-FFF2-40B4-BE49-F238E27FC236}">
                <a16:creationId xmlns:a16="http://schemas.microsoft.com/office/drawing/2014/main" id="{D5DA3829-59E9-4E81-B418-604C6587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11</a:t>
            </a:r>
          </a:p>
        </p:txBody>
      </p:sp>
      <p:sp>
        <p:nvSpPr>
          <p:cNvPr id="4" name="title-11">
            <a:extLst xmlns:a="http://schemas.openxmlformats.org/drawingml/2006/main">
              <a:ext uri="{FF2B5EF4-FFF2-40B4-BE49-F238E27FC236}">
                <a16:creationId xmlns:a16="http://schemas.microsoft.com/office/drawing/2014/main" id="{37741F1D-C763-401F-A401-39BA4588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ที่ 600 mg สูตรหนึ่งได้ 4.00 แต่อีกสูตรได้ 4.06</a:t>
            </a:r>
          </a:p>
        </p:txBody>
      </p:sp>
      <p:sp>
        <p:nvSpPr>
          <p:cNvPr id="5" name="debug-good">
            <a:extLst xmlns:a="http://schemas.openxmlformats.org/drawingml/2006/main">
              <a:ext uri="{FF2B5EF4-FFF2-40B4-BE49-F238E27FC236}">
                <a16:creationId xmlns:a16="http://schemas.microsoft.com/office/drawing/2014/main" id="{78176B09-FD65-45D4-BEC0-3E84BF67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6192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1FBF5"/>
          </a:solidFill>
          <a:ln xmlns:a="http://schemas.openxmlformats.org/drawingml/2006/main" w="19050">
            <a:solidFill>
              <a:srgbClr val="198754"/>
            </a:solidFill>
            <a:prstDash val="solid"/>
          </a:ln>
        </p:spPr>
      </p:sp>
      <p:sp>
        <p:nvSpPr>
          <p:cNvPr id="6" name="debug-bad">
            <a:extLst xmlns:a="http://schemas.openxmlformats.org/drawingml/2006/main">
              <a:ext uri="{FF2B5EF4-FFF2-40B4-BE49-F238E27FC236}">
                <a16:creationId xmlns:a16="http://schemas.microsoft.com/office/drawing/2014/main" id="{9D645600-EC3C-409E-A002-3A9C0DB8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16192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4F2"/>
          </a:solidFill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7" name="debug-good-label">
            <a:extLst xmlns:a="http://schemas.openxmlformats.org/drawingml/2006/main">
              <a:ext uri="{FF2B5EF4-FFF2-40B4-BE49-F238E27FC236}">
                <a16:creationId xmlns:a16="http://schemas.microsoft.com/office/drawing/2014/main" id="{947923DA-0D1B-4B4B-B1ED-1BD2EFEC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19526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98754"/>
                </a:solidFill>
              </a:defRPr>
            </a:pPr>
            <a:r>
              <a:rPr sz="1725" b="1">
                <a:solidFill>
                  <a:srgbClr val="198754"/>
                </a:solidFill>
              </a:rPr>
              <a:t>สูตรที่ควบคุมช่วง</a:t>
            </a:r>
          </a:p>
        </p:txBody>
      </p:sp>
      <p:sp>
        <p:nvSpPr>
          <p:cNvPr id="8" name="debug-good-formula">
            <a:extLst xmlns:a="http://schemas.openxmlformats.org/drawingml/2006/main">
              <a:ext uri="{FF2B5EF4-FFF2-40B4-BE49-F238E27FC236}">
                <a16:creationId xmlns:a16="http://schemas.microsoft.com/office/drawing/2014/main" id="{BC6FACE8-1ED1-407C-A855-5BEFBDA6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6193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3162B"/>
                </a:solidFill>
              </a:defRPr>
            </a:pPr>
            <a:r>
              <a:rPr sz="1950" b="1">
                <a:solidFill>
                  <a:srgbClr val="23162B"/>
                </a:solidFill>
              </a:rPr>
              <a:t>map(accel, −600, 600, 0, 4)</a:t>
            </a:r>
          </a:p>
        </p:txBody>
      </p:sp>
      <p:sp>
        <p:nvSpPr>
          <p:cNvPr id="9" name="debug-good-zero">
            <a:extLst xmlns:a="http://schemas.openxmlformats.org/drawingml/2006/main">
              <a:ext uri="{FF2B5EF4-FFF2-40B4-BE49-F238E27FC236}">
                <a16:creationId xmlns:a16="http://schemas.microsoft.com/office/drawing/2014/main" id="{BE580081-DA7D-4961-A873-857C6F46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571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5C6B"/>
                </a:solidFill>
              </a:defRPr>
            </a:pPr>
            <a:r>
              <a:rPr sz="1800" b="0">
                <a:solidFill>
                  <a:srgbClr val="665C6B"/>
                </a:solidFill>
              </a:rPr>
              <a:t>0 mg → 2.00</a:t>
            </a:r>
          </a:p>
        </p:txBody>
      </p:sp>
      <p:sp>
        <p:nvSpPr>
          <p:cNvPr id="10" name="debug-good-six">
            <a:extLst xmlns:a="http://schemas.openxmlformats.org/drawingml/2006/main">
              <a:ext uri="{FF2B5EF4-FFF2-40B4-BE49-F238E27FC236}">
                <a16:creationId xmlns:a16="http://schemas.microsoft.com/office/drawing/2014/main" id="{DE901921-783A-442D-8A81-FA4B4DB2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1433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8754"/>
                </a:solidFill>
              </a:defRPr>
            </a:pPr>
            <a:r>
              <a:rPr sz="2175" b="1">
                <a:solidFill>
                  <a:srgbClr val="198754"/>
                </a:solidFill>
              </a:rPr>
              <a:t>600 mg → 4.00</a:t>
            </a:r>
          </a:p>
        </p:txBody>
      </p:sp>
      <p:sp>
        <p:nvSpPr>
          <p:cNvPr id="11" name="debug-bad-label">
            <a:extLst xmlns:a="http://schemas.openxmlformats.org/drawingml/2006/main">
              <a:ext uri="{FF2B5EF4-FFF2-40B4-BE49-F238E27FC236}">
                <a16:creationId xmlns:a16="http://schemas.microsoft.com/office/drawing/2014/main" id="{FE5BE971-1B16-4CF7-B12B-F5F96F92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375" y="19526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0392B"/>
                </a:solidFill>
              </a:defRPr>
            </a:pPr>
            <a:r>
              <a:rPr sz="1725" b="1">
                <a:solidFill>
                  <a:srgbClr val="C0392B"/>
                </a:solidFill>
              </a:rPr>
              <a:t>สูตรเดิม</a:t>
            </a:r>
          </a:p>
        </p:txBody>
      </p:sp>
      <p:sp>
        <p:nvSpPr>
          <p:cNvPr id="12" name="debug-bad-formula">
            <a:extLst xmlns:a="http://schemas.openxmlformats.org/drawingml/2006/main">
              <a:ext uri="{FF2B5EF4-FFF2-40B4-BE49-F238E27FC236}">
                <a16:creationId xmlns:a16="http://schemas.microsoft.com/office/drawing/2014/main" id="{561E4F78-114B-4201-9994-E3F1B44B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6193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3162B"/>
                </a:solidFill>
              </a:defRPr>
            </a:pPr>
            <a:r>
              <a:rPr sz="2100" b="1">
                <a:solidFill>
                  <a:srgbClr val="23162B"/>
                </a:solidFill>
              </a:rPr>
              <a:t>(accel + 1023) / 400</a:t>
            </a:r>
          </a:p>
        </p:txBody>
      </p:sp>
      <p:sp>
        <p:nvSpPr>
          <p:cNvPr id="13" name="debug-bad-zero">
            <a:extLst xmlns:a="http://schemas.openxmlformats.org/drawingml/2006/main">
              <a:ext uri="{FF2B5EF4-FFF2-40B4-BE49-F238E27FC236}">
                <a16:creationId xmlns:a16="http://schemas.microsoft.com/office/drawing/2014/main" id="{C122ACB9-EDC4-486F-A085-336A8391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3571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5C6B"/>
                </a:solidFill>
              </a:defRPr>
            </a:pPr>
            <a:r>
              <a:rPr sz="1800" b="0">
                <a:solidFill>
                  <a:srgbClr val="665C6B"/>
                </a:solidFill>
              </a:rPr>
              <a:t>0 mg → 2.56</a:t>
            </a:r>
          </a:p>
        </p:txBody>
      </p:sp>
      <p:sp>
        <p:nvSpPr>
          <p:cNvPr id="14" name="debug-bad-six">
            <a:extLst xmlns:a="http://schemas.openxmlformats.org/drawingml/2006/main">
              <a:ext uri="{FF2B5EF4-FFF2-40B4-BE49-F238E27FC236}">
                <a16:creationId xmlns:a16="http://schemas.microsoft.com/office/drawing/2014/main" id="{95611297-E582-4070-B457-7C9FD35D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41433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0392B"/>
                </a:solidFill>
              </a:defRPr>
            </a:pPr>
            <a:r>
              <a:rPr sz="2175" b="1">
                <a:solidFill>
                  <a:srgbClr val="C0392B"/>
                </a:solidFill>
              </a:rPr>
              <a:t>600 mg → 4.06</a:t>
            </a:r>
          </a:p>
        </p:txBody>
      </p:sp>
      <p:sp>
        <p:nvSpPr>
          <p:cNvPr id="15" name="debug-rule">
            <a:extLst xmlns:a="http://schemas.openxmlformats.org/drawingml/2006/main">
              <a:ext uri="{FF2B5EF4-FFF2-40B4-BE49-F238E27FC236}">
                <a16:creationId xmlns:a16="http://schemas.microsoft.com/office/drawing/2014/main" id="{19D48642-1C63-4E54-9232-C079AD64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58102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1670"/>
                </a:solidFill>
              </a:defRPr>
            </a:pPr>
            <a:r>
              <a:rPr sz="1875" b="1">
                <a:solidFill>
                  <a:srgbClr val="5E1670"/>
                </a:solidFill>
              </a:rPr>
              <a:t>บทเรียน: ใช้ map() ให้ตรงช่วง และครอบด้วย constrain() เสมอ</a:t>
            </a:r>
          </a:p>
        </p:txBody>
      </p:sp>
    </p:spTree>
    <p:extLst>
      <p:ext uri="{BB962C8B-B14F-4D97-AF65-F5344CB8AC3E}">
        <p14:creationId xmlns:p14="http://schemas.microsoft.com/office/powerpoint/2010/main" val="79066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band-12">
            <a:extLst xmlns:a="http://schemas.openxmlformats.org/drawingml/2006/main">
              <a:ext uri="{FF2B5EF4-FFF2-40B4-BE49-F238E27FC236}">
                <a16:creationId xmlns:a16="http://schemas.microsoft.com/office/drawing/2014/main" id="{F8CFDEA8-2E23-4AAF-84A6-4D81A12E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E4D07D26-613C-47A6-9565-AA5AB130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CODE FLOW · ลูปต้องมีจังหวะพัก</a:t>
            </a:r>
          </a:p>
        </p:txBody>
      </p:sp>
      <p:sp>
        <p:nvSpPr>
          <p:cNvPr id="3" name="footer-12">
            <a:extLst xmlns:a="http://schemas.openxmlformats.org/drawingml/2006/main">
              <a:ext uri="{FF2B5EF4-FFF2-40B4-BE49-F238E27FC236}">
                <a16:creationId xmlns:a16="http://schemas.microsoft.com/office/drawing/2014/main" id="{EF76A967-A80D-4CA5-8DBE-33243408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12</a:t>
            </a:r>
          </a:p>
        </p:txBody>
      </p:sp>
      <p:sp>
        <p:nvSpPr>
          <p:cNvPr id="4" name="title-12">
            <a:extLst xmlns:a="http://schemas.openxmlformats.org/drawingml/2006/main">
              <a:ext uri="{FF2B5EF4-FFF2-40B4-BE49-F238E27FC236}">
                <a16:creationId xmlns:a16="http://schemas.microsoft.com/office/drawing/2014/main" id="{DA7D69AB-1A10-4972-AF4B-3D8131A4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forever อ่านซ้ำได้ แต่ควร pause(50 ms) ทุกหนึ่งรอบ</a:t>
            </a:r>
          </a:p>
        </p:txBody>
      </p:sp>
      <p:sp>
        <p:nvSpPr>
          <p:cNvPr id="5" name="flow-node-0">
            <a:extLst xmlns:a="http://schemas.openxmlformats.org/drawingml/2006/main">
              <a:ext uri="{FF2B5EF4-FFF2-40B4-BE49-F238E27FC236}">
                <a16:creationId xmlns:a16="http://schemas.microsoft.com/office/drawing/2014/main" id="{F32C9A89-DF40-475B-8FD9-85901575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2476500"/>
            <a:ext cx="1762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EAF8"/>
          </a:solidFill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6" name="flow-text-0">
            <a:extLst xmlns:a="http://schemas.openxmlformats.org/drawingml/2006/main">
              <a:ext uri="{FF2B5EF4-FFF2-40B4-BE49-F238E27FC236}">
                <a16:creationId xmlns:a16="http://schemas.microsoft.com/office/drawing/2014/main" id="{C1D677A3-73F7-4BAE-B208-ED360BAF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2762250"/>
            <a:ext cx="1533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3162B"/>
                </a:solidFill>
              </a:defRPr>
            </a:pPr>
            <a:r>
              <a:rPr sz="1650" b="1">
                <a:solidFill>
                  <a:srgbClr val="23162B"/>
                </a:solidFill>
              </a:rPr>
              <a:t>อ่าน accel</a:t>
            </a:r>
          </a:p>
        </p:txBody>
      </p:sp>
      <p:sp>
        <p:nvSpPr>
          <p:cNvPr id="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CB327399-06E7-4648-B0D5-2A988FDB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27813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ode-1">
            <a:extLst xmlns:a="http://schemas.openxmlformats.org/drawingml/2006/main">
              <a:ext uri="{FF2B5EF4-FFF2-40B4-BE49-F238E27FC236}">
                <a16:creationId xmlns:a16="http://schemas.microsoft.com/office/drawing/2014/main" id="{6BFFA586-1CC9-4FEE-AF78-61D706CE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2476500"/>
            <a:ext cx="1762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6C7"/>
          </a:solidFill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9" name="flow-text-1">
            <a:extLst xmlns:a="http://schemas.openxmlformats.org/drawingml/2006/main">
              <a:ext uri="{FF2B5EF4-FFF2-40B4-BE49-F238E27FC236}">
                <a16:creationId xmlns:a16="http://schemas.microsoft.com/office/drawing/2014/main" id="{A74D6C8E-48E3-4331-B5D4-14DBD0C4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2762250"/>
            <a:ext cx="1533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3162B"/>
                </a:solidFill>
              </a:defRPr>
            </a:pPr>
            <a:r>
              <a:rPr sz="1650" b="1">
                <a:solidFill>
                  <a:srgbClr val="23162B"/>
                </a:solidFill>
              </a:rPr>
              <a:t>map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001EB326-63E8-4468-948E-DFA2411D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27813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06095CE-9C36-471D-A77E-3A7EEBCA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2476500"/>
            <a:ext cx="1762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EAF8"/>
          </a:solidFill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12" name="flow-text-2">
            <a:extLst xmlns:a="http://schemas.openxmlformats.org/drawingml/2006/main">
              <a:ext uri="{FF2B5EF4-FFF2-40B4-BE49-F238E27FC236}">
                <a16:creationId xmlns:a16="http://schemas.microsoft.com/office/drawing/2014/main" id="{8D1DC0D6-9F24-4317-BA5D-5F69073B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2762250"/>
            <a:ext cx="1533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3162B"/>
                </a:solidFill>
              </a:defRPr>
            </a:pPr>
            <a:r>
              <a:rPr sz="1650" b="1">
                <a:solidFill>
                  <a:srgbClr val="23162B"/>
                </a:solidFill>
              </a:rPr>
              <a:t>constrain</a:t>
            </a:r>
          </a:p>
        </p:txBody>
      </p:sp>
      <p:sp>
        <p:nvSpPr>
          <p:cNvPr id="1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4616E1B9-D70A-496F-8312-EA3E46B7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27813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node-3">
            <a:extLst xmlns:a="http://schemas.openxmlformats.org/drawingml/2006/main">
              <a:ext uri="{FF2B5EF4-FFF2-40B4-BE49-F238E27FC236}">
                <a16:creationId xmlns:a16="http://schemas.microsoft.com/office/drawing/2014/main" id="{6BAA6C06-7C9E-4274-A5DC-6F112CAD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2476500"/>
            <a:ext cx="1762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6C7"/>
          </a:solidFill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15" name="flow-text-3">
            <a:extLst xmlns:a="http://schemas.openxmlformats.org/drawingml/2006/main">
              <a:ext uri="{FF2B5EF4-FFF2-40B4-BE49-F238E27FC236}">
                <a16:creationId xmlns:a16="http://schemas.microsoft.com/office/drawing/2014/main" id="{DAC028B1-D448-4D64-9048-C582FDF5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1425" y="2762250"/>
            <a:ext cx="1533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3162B"/>
                </a:solidFill>
              </a:defRPr>
            </a:pPr>
            <a:r>
              <a:rPr sz="1650" b="1">
                <a:solidFill>
                  <a:srgbClr val="23162B"/>
                </a:solidFill>
              </a:rPr>
              <a:t>plot</a:t>
            </a:r>
          </a:p>
        </p:txBody>
      </p:sp>
      <p:sp>
        <p:nvSpPr>
          <p:cNvPr id="16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A3288E7-BE37-4EFD-84EE-968F91F0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27813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node-4">
            <a:extLst xmlns:a="http://schemas.openxmlformats.org/drawingml/2006/main">
              <a:ext uri="{FF2B5EF4-FFF2-40B4-BE49-F238E27FC236}">
                <a16:creationId xmlns:a16="http://schemas.microsoft.com/office/drawing/2014/main" id="{632A889B-DC93-4294-A52E-E6F928A0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2476500"/>
            <a:ext cx="1762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18" name="flow-text-4">
            <a:extLst xmlns:a="http://schemas.openxmlformats.org/drawingml/2006/main">
              <a:ext uri="{FF2B5EF4-FFF2-40B4-BE49-F238E27FC236}">
                <a16:creationId xmlns:a16="http://schemas.microsoft.com/office/drawing/2014/main" id="{32F8354D-7D8D-450A-814F-C440A739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7425" y="2762250"/>
            <a:ext cx="1533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3162B"/>
                </a:solidFill>
              </a:defRPr>
            </a:pPr>
            <a:r>
              <a:rPr sz="1650" b="1">
                <a:solidFill>
                  <a:srgbClr val="23162B"/>
                </a:solidFill>
              </a:rPr>
              <a:t>pause 50 ms</a:t>
            </a:r>
          </a:p>
        </p:txBody>
      </p:sp>
      <p:sp>
        <p:nvSpPr>
          <p:cNvPr id="19" name="flow-loop">
            <a:extLst xmlns:a="http://schemas.openxmlformats.org/drawingml/2006/main">
              <a:ext uri="{FF2B5EF4-FFF2-40B4-BE49-F238E27FC236}">
                <a16:creationId xmlns:a16="http://schemas.microsoft.com/office/drawing/2014/main" id="{3C7B8AA5-A040-4016-806C-FB53451F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3905250"/>
            <a:ext cx="1190625" cy="1190625"/>
          </a:xfrm>
          <a:prstGeom xmlns:a="http://schemas.openxmlformats.org/drawingml/2006/main" prst="circularArrow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loop-label">
            <a:extLst xmlns:a="http://schemas.openxmlformats.org/drawingml/2006/main">
              <a:ext uri="{FF2B5EF4-FFF2-40B4-BE49-F238E27FC236}">
                <a16:creationId xmlns:a16="http://schemas.microsoft.com/office/drawing/2014/main" id="{64189550-E7C2-4C75-B8C1-131B5AE3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43338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1670"/>
                </a:solidFill>
              </a:defRPr>
            </a:pPr>
            <a:r>
              <a:rPr sz="1350" b="1">
                <a:solidFill>
                  <a:srgbClr val="5E1670"/>
                </a:solidFill>
              </a:rPr>
              <a:t>ทำซ้ำ</a:t>
            </a:r>
          </a:p>
        </p:txBody>
      </p:sp>
      <p:sp>
        <p:nvSpPr>
          <p:cNvPr id="21" name="flow-benefit">
            <a:extLst xmlns:a="http://schemas.openxmlformats.org/drawingml/2006/main">
              <a:ext uri="{FF2B5EF4-FFF2-40B4-BE49-F238E27FC236}">
                <a16:creationId xmlns:a16="http://schemas.microsoft.com/office/drawing/2014/main" id="{3395C31C-5037-4E4B-8021-9C8FF274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50958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E1670"/>
                </a:solidFill>
              </a:defRPr>
            </a:pPr>
            <a:r>
              <a:rPr sz="1950" b="1">
                <a:solidFill>
                  <a:srgbClr val="5E1670"/>
                </a:solidFill>
              </a:rPr>
              <a:t>pause ช่วยลดการสั่งจอถี่ต่อเนื่องเกินไป และทำให้สังเกตผลได้ชัด</a:t>
            </a:r>
          </a:p>
        </p:txBody>
      </p:sp>
    </p:spTree>
    <p:extLst>
      <p:ext uri="{BB962C8B-B14F-4D97-AF65-F5344CB8AC3E}">
        <p14:creationId xmlns:p14="http://schemas.microsoft.com/office/powerpoint/2010/main" val="1033192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band-13">
            <a:extLst xmlns:a="http://schemas.openxmlformats.org/drawingml/2006/main">
              <a:ext uri="{FF2B5EF4-FFF2-40B4-BE49-F238E27FC236}">
                <a16:creationId xmlns:a16="http://schemas.microsoft.com/office/drawing/2014/main" id="{EDB30065-23F5-4F6E-867D-74957E7C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47F616C4-D5BF-4F38-B23C-00C86B4C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GLOSSARY · อ่านให้เป็น อธิบายให้ได้</a:t>
            </a:r>
          </a:p>
        </p:txBody>
      </p:sp>
      <p:sp>
        <p:nvSpPr>
          <p:cNvPr id="3" name="footer-13">
            <a:extLst xmlns:a="http://schemas.openxmlformats.org/drawingml/2006/main">
              <a:ext uri="{FF2B5EF4-FFF2-40B4-BE49-F238E27FC236}">
                <a16:creationId xmlns:a16="http://schemas.microsoft.com/office/drawing/2014/main" id="{57D53590-A3B9-4B34-96AA-0EEC7FB0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13</a:t>
            </a:r>
          </a:p>
        </p:txBody>
      </p:sp>
      <p:sp>
        <p:nvSpPr>
          <p:cNvPr id="4" name="title-13">
            <a:extLst xmlns:a="http://schemas.openxmlformats.org/drawingml/2006/main">
              <a:ext uri="{FF2B5EF4-FFF2-40B4-BE49-F238E27FC236}">
                <a16:creationId xmlns:a16="http://schemas.microsoft.com/office/drawing/2014/main" id="{27B9DCB2-E12A-4C51-82F3-DD082349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คำศัพท์สำคัญช่วยให้เราอ่านบล็อกและ Debug ได้เร็วขึ้น</a:t>
            </a:r>
          </a:p>
        </p:txBody>
      </p:sp>
      <p:sp>
        <p:nvSpPr>
          <p:cNvPr id="5" name="term-en-0">
            <a:extLst xmlns:a="http://schemas.openxmlformats.org/drawingml/2006/main">
              <a:ext uri="{FF2B5EF4-FFF2-40B4-BE49-F238E27FC236}">
                <a16:creationId xmlns:a16="http://schemas.microsoft.com/office/drawing/2014/main" id="{154352D4-41ED-46A0-81E2-1578D239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5716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E24AA"/>
                </a:solidFill>
              </a:defRPr>
            </a:pPr>
            <a:r>
              <a:rPr sz="1800" b="1">
                <a:solidFill>
                  <a:srgbClr val="8E24AA"/>
                </a:solidFill>
              </a:rPr>
              <a:t>accelerometer</a:t>
            </a:r>
          </a:p>
        </p:txBody>
      </p:sp>
      <p:sp>
        <p:nvSpPr>
          <p:cNvPr id="6" name="term-th-0">
            <a:extLst xmlns:a="http://schemas.openxmlformats.org/drawingml/2006/main">
              <a:ext uri="{FF2B5EF4-FFF2-40B4-BE49-F238E27FC236}">
                <a16:creationId xmlns:a16="http://schemas.microsoft.com/office/drawing/2014/main" id="{C603BE7A-D987-4E3F-8736-B0C475BE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1571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C6B"/>
                </a:solidFill>
              </a:defRPr>
            </a:pPr>
            <a:r>
              <a:rPr sz="1500" b="0">
                <a:solidFill>
                  <a:srgbClr val="665C6B"/>
                </a:solidFill>
              </a:rPr>
              <a:t>แอ็ก-เซล-เล-โร-มิ-เตอร์</a:t>
            </a:r>
          </a:p>
        </p:txBody>
      </p:sp>
      <p:sp>
        <p:nvSpPr>
          <p:cNvPr id="7" name="term-meaning-0">
            <a:extLst xmlns:a="http://schemas.openxmlformats.org/drawingml/2006/main">
              <a:ext uri="{FF2B5EF4-FFF2-40B4-BE49-F238E27FC236}">
                <a16:creationId xmlns:a16="http://schemas.microsoft.com/office/drawing/2014/main" id="{F9658DB6-F7A6-4857-805F-10BAA612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15716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162B"/>
                </a:solidFill>
              </a:defRPr>
            </a:pPr>
            <a:r>
              <a:rPr sz="1575" b="1">
                <a:solidFill>
                  <a:srgbClr val="23162B"/>
                </a:solidFill>
              </a:rPr>
              <a:t>เซนเซอร์วัดความเร่ง</a:t>
            </a:r>
          </a:p>
        </p:txBody>
      </p:sp>
      <p:sp>
        <p:nvSpPr>
          <p:cNvPr id="8" name="term-rule-0">
            <a:extLst xmlns:a="http://schemas.openxmlformats.org/drawingml/2006/main">
              <a:ext uri="{FF2B5EF4-FFF2-40B4-BE49-F238E27FC236}">
                <a16:creationId xmlns:a16="http://schemas.microsoft.com/office/drawing/2014/main" id="{5427C7B7-9981-460D-BAD5-390DD032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0955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9" name="term-en-1">
            <a:extLst xmlns:a="http://schemas.openxmlformats.org/drawingml/2006/main">
              <a:ext uri="{FF2B5EF4-FFF2-40B4-BE49-F238E27FC236}">
                <a16:creationId xmlns:a16="http://schemas.microsoft.com/office/drawing/2014/main" id="{15708729-A471-4EC7-A28D-FC87F6DF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4479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E24AA"/>
                </a:solidFill>
              </a:defRPr>
            </a:pPr>
            <a:r>
              <a:rPr sz="1800" b="1">
                <a:solidFill>
                  <a:srgbClr val="8E24AA"/>
                </a:solidFill>
              </a:rPr>
              <a:t>map</a:t>
            </a:r>
          </a:p>
        </p:txBody>
      </p:sp>
      <p:sp>
        <p:nvSpPr>
          <p:cNvPr id="10" name="term-th-1">
            <a:extLst xmlns:a="http://schemas.openxmlformats.org/drawingml/2006/main">
              <a:ext uri="{FF2B5EF4-FFF2-40B4-BE49-F238E27FC236}">
                <a16:creationId xmlns:a16="http://schemas.microsoft.com/office/drawing/2014/main" id="{A6244D35-93F7-4F96-AF9D-438F216A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4479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C6B"/>
                </a:solidFill>
              </a:defRPr>
            </a:pPr>
            <a:r>
              <a:rPr sz="1500" b="0">
                <a:solidFill>
                  <a:srgbClr val="665C6B"/>
                </a:solidFill>
              </a:rPr>
              <a:t>แมพ</a:t>
            </a:r>
          </a:p>
        </p:txBody>
      </p:sp>
      <p:sp>
        <p:nvSpPr>
          <p:cNvPr id="11" name="term-meaning-1">
            <a:extLst xmlns:a="http://schemas.openxmlformats.org/drawingml/2006/main">
              <a:ext uri="{FF2B5EF4-FFF2-40B4-BE49-F238E27FC236}">
                <a16:creationId xmlns:a16="http://schemas.microsoft.com/office/drawing/2014/main" id="{FFCD4E60-42F2-487D-A1FB-FC915AF6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4479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162B"/>
                </a:solidFill>
              </a:defRPr>
            </a:pPr>
            <a:r>
              <a:rPr sz="1575" b="1">
                <a:solidFill>
                  <a:srgbClr val="23162B"/>
                </a:solidFill>
              </a:rPr>
              <a:t>แปลงช่วงค่า</a:t>
            </a:r>
          </a:p>
        </p:txBody>
      </p:sp>
      <p:sp>
        <p:nvSpPr>
          <p:cNvPr id="12" name="term-rule-1">
            <a:extLst xmlns:a="http://schemas.openxmlformats.org/drawingml/2006/main">
              <a:ext uri="{FF2B5EF4-FFF2-40B4-BE49-F238E27FC236}">
                <a16:creationId xmlns:a16="http://schemas.microsoft.com/office/drawing/2014/main" id="{8EB2DB2E-C34B-449C-88EE-F7A953B7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9718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13" name="term-en-2">
            <a:extLst xmlns:a="http://schemas.openxmlformats.org/drawingml/2006/main">
              <a:ext uri="{FF2B5EF4-FFF2-40B4-BE49-F238E27FC236}">
                <a16:creationId xmlns:a16="http://schemas.microsoft.com/office/drawing/2014/main" id="{3EF49CD3-885C-41FB-8688-59DF2ED2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3242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E24AA"/>
                </a:solidFill>
              </a:defRPr>
            </a:pPr>
            <a:r>
              <a:rPr sz="1800" b="1">
                <a:solidFill>
                  <a:srgbClr val="8E24AA"/>
                </a:solidFill>
              </a:rPr>
              <a:t>constrain</a:t>
            </a:r>
          </a:p>
        </p:txBody>
      </p:sp>
      <p:sp>
        <p:nvSpPr>
          <p:cNvPr id="14" name="term-th-2">
            <a:extLst xmlns:a="http://schemas.openxmlformats.org/drawingml/2006/main">
              <a:ext uri="{FF2B5EF4-FFF2-40B4-BE49-F238E27FC236}">
                <a16:creationId xmlns:a16="http://schemas.microsoft.com/office/drawing/2014/main" id="{6D05CB55-FD38-4B76-8D15-8CC1E200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33242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C6B"/>
                </a:solidFill>
              </a:defRPr>
            </a:pPr>
            <a:r>
              <a:rPr sz="1500" b="0">
                <a:solidFill>
                  <a:srgbClr val="665C6B"/>
                </a:solidFill>
              </a:rPr>
              <a:t>คอน-สเทรน</a:t>
            </a:r>
          </a:p>
        </p:txBody>
      </p:sp>
      <p:sp>
        <p:nvSpPr>
          <p:cNvPr id="15" name="term-meaning-2">
            <a:extLst xmlns:a="http://schemas.openxmlformats.org/drawingml/2006/main">
              <a:ext uri="{FF2B5EF4-FFF2-40B4-BE49-F238E27FC236}">
                <a16:creationId xmlns:a16="http://schemas.microsoft.com/office/drawing/2014/main" id="{14026C5C-BA8C-434C-B2D9-7D19BDDF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33242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162B"/>
                </a:solidFill>
              </a:defRPr>
            </a:pPr>
            <a:r>
              <a:rPr sz="1575" b="1">
                <a:solidFill>
                  <a:srgbClr val="23162B"/>
                </a:solidFill>
              </a:rPr>
              <a:t>จำกัดขอบเขต</a:t>
            </a:r>
          </a:p>
        </p:txBody>
      </p:sp>
      <p:sp>
        <p:nvSpPr>
          <p:cNvPr id="16" name="term-rule-2">
            <a:extLst xmlns:a="http://schemas.openxmlformats.org/drawingml/2006/main">
              <a:ext uri="{FF2B5EF4-FFF2-40B4-BE49-F238E27FC236}">
                <a16:creationId xmlns:a16="http://schemas.microsoft.com/office/drawing/2014/main" id="{3BEA6C23-C129-4158-A6B8-213816C2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8481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17" name="term-en-3">
            <a:extLst xmlns:a="http://schemas.openxmlformats.org/drawingml/2006/main">
              <a:ext uri="{FF2B5EF4-FFF2-40B4-BE49-F238E27FC236}">
                <a16:creationId xmlns:a16="http://schemas.microsoft.com/office/drawing/2014/main" id="{0BF96577-FEF6-4AFB-8100-A62C47DB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2005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E24AA"/>
                </a:solidFill>
              </a:defRPr>
            </a:pPr>
            <a:r>
              <a:rPr sz="1800" b="1">
                <a:solidFill>
                  <a:srgbClr val="8E24AA"/>
                </a:solidFill>
              </a:rPr>
              <a:t>forever</a:t>
            </a:r>
          </a:p>
        </p:txBody>
      </p:sp>
      <p:sp>
        <p:nvSpPr>
          <p:cNvPr id="18" name="term-th-3">
            <a:extLst xmlns:a="http://schemas.openxmlformats.org/drawingml/2006/main">
              <a:ext uri="{FF2B5EF4-FFF2-40B4-BE49-F238E27FC236}">
                <a16:creationId xmlns:a16="http://schemas.microsoft.com/office/drawing/2014/main" id="{263BC2E2-1B6F-46B8-84A6-5AAA6ADF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42005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C6B"/>
                </a:solidFill>
              </a:defRPr>
            </a:pPr>
            <a:r>
              <a:rPr sz="1500" b="0">
                <a:solidFill>
                  <a:srgbClr val="665C6B"/>
                </a:solidFill>
              </a:rPr>
              <a:t>ฟอร์-เอ-เวอร์</a:t>
            </a:r>
          </a:p>
        </p:txBody>
      </p:sp>
      <p:sp>
        <p:nvSpPr>
          <p:cNvPr id="19" name="term-meaning-3">
            <a:extLst xmlns:a="http://schemas.openxmlformats.org/drawingml/2006/main">
              <a:ext uri="{FF2B5EF4-FFF2-40B4-BE49-F238E27FC236}">
                <a16:creationId xmlns:a16="http://schemas.microsoft.com/office/drawing/2014/main" id="{60B2B434-BE8E-4DC7-BE47-D749D5F0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2005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162B"/>
                </a:solidFill>
              </a:defRPr>
            </a:pPr>
            <a:r>
              <a:rPr sz="1575" b="1">
                <a:solidFill>
                  <a:srgbClr val="23162B"/>
                </a:solidFill>
              </a:rPr>
              <a:t>ทำซ้ำตลอดเวลา</a:t>
            </a:r>
          </a:p>
        </p:txBody>
      </p:sp>
      <p:sp>
        <p:nvSpPr>
          <p:cNvPr id="20" name="term-rule-3">
            <a:extLst xmlns:a="http://schemas.openxmlformats.org/drawingml/2006/main">
              <a:ext uri="{FF2B5EF4-FFF2-40B4-BE49-F238E27FC236}">
                <a16:creationId xmlns:a16="http://schemas.microsoft.com/office/drawing/2014/main" id="{A079CCFB-0BB4-4B08-AA9A-E24261E9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7244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21" name="term-en-4">
            <a:extLst xmlns:a="http://schemas.openxmlformats.org/drawingml/2006/main">
              <a:ext uri="{FF2B5EF4-FFF2-40B4-BE49-F238E27FC236}">
                <a16:creationId xmlns:a16="http://schemas.microsoft.com/office/drawing/2014/main" id="{85ADC4ED-0D0D-4277-8E61-3BCAC700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0768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E24AA"/>
                </a:solidFill>
              </a:defRPr>
            </a:pPr>
            <a:r>
              <a:rPr sz="1800" b="1">
                <a:solidFill>
                  <a:srgbClr val="8E24AA"/>
                </a:solidFill>
              </a:rPr>
              <a:t>plot</a:t>
            </a:r>
          </a:p>
        </p:txBody>
      </p:sp>
      <p:sp>
        <p:nvSpPr>
          <p:cNvPr id="22" name="term-th-4">
            <a:extLst xmlns:a="http://schemas.openxmlformats.org/drawingml/2006/main">
              <a:ext uri="{FF2B5EF4-FFF2-40B4-BE49-F238E27FC236}">
                <a16:creationId xmlns:a16="http://schemas.microsoft.com/office/drawing/2014/main" id="{00D8F648-822D-4D93-8331-5DBDC040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50768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C6B"/>
                </a:solidFill>
              </a:defRPr>
            </a:pPr>
            <a:r>
              <a:rPr sz="1500" b="0">
                <a:solidFill>
                  <a:srgbClr val="665C6B"/>
                </a:solidFill>
              </a:rPr>
              <a:t>พลอต</a:t>
            </a:r>
          </a:p>
        </p:txBody>
      </p:sp>
      <p:sp>
        <p:nvSpPr>
          <p:cNvPr id="23" name="term-meaning-4">
            <a:extLst xmlns:a="http://schemas.openxmlformats.org/drawingml/2006/main">
              <a:ext uri="{FF2B5EF4-FFF2-40B4-BE49-F238E27FC236}">
                <a16:creationId xmlns:a16="http://schemas.microsoft.com/office/drawing/2014/main" id="{7C180EBA-D9CB-4F5D-82B9-679EA998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50768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162B"/>
                </a:solidFill>
              </a:defRPr>
            </a:pPr>
            <a:r>
              <a:rPr sz="1575" b="1">
                <a:solidFill>
                  <a:srgbClr val="23162B"/>
                </a:solidFill>
              </a:rPr>
              <a:t>เปิดจุดบนจอ LED</a:t>
            </a:r>
          </a:p>
        </p:txBody>
      </p:sp>
      <p:sp>
        <p:nvSpPr>
          <p:cNvPr id="24" name="term-rule-4">
            <a:extLst xmlns:a="http://schemas.openxmlformats.org/drawingml/2006/main">
              <a:ext uri="{FF2B5EF4-FFF2-40B4-BE49-F238E27FC236}">
                <a16:creationId xmlns:a16="http://schemas.microsoft.com/office/drawing/2014/main" id="{A7EC8AB8-1049-4C14-AC1A-12FB9B2E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6007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E3EC"/>
            </a:solidFill>
            <a:prstDash val="solid"/>
          </a:ln>
        </p:spPr>
      </p:sp>
      <p:sp>
        <p:nvSpPr>
          <p:cNvPr id="25" name="term-abbr">
            <a:extLst xmlns:a="http://schemas.openxmlformats.org/drawingml/2006/main">
              <a:ext uri="{FF2B5EF4-FFF2-40B4-BE49-F238E27FC236}">
                <a16:creationId xmlns:a16="http://schemas.microsoft.com/office/drawing/2014/main" id="{073413BE-E080-419C-B7BB-C8DCB7CF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0960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1670"/>
                </a:solidFill>
              </a:defRPr>
            </a:pPr>
            <a:r>
              <a:rPr sz="1350" b="1">
                <a:solidFill>
                  <a:srgbClr val="5E1670"/>
                </a:solidFill>
              </a:rPr>
              <a:t>คำย่อที่ต้องเห็นแล้วรู้จัก: mg · g · x/y/z-axis · ax · ay · ms · JS · LED</a:t>
            </a:r>
          </a:p>
        </p:txBody>
      </p:sp>
    </p:spTree>
    <p:extLst>
      <p:ext uri="{BB962C8B-B14F-4D97-AF65-F5344CB8AC3E}">
        <p14:creationId xmlns:p14="http://schemas.microsoft.com/office/powerpoint/2010/main" val="13347736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-14">
            <a:extLst xmlns:a="http://schemas.openxmlformats.org/drawingml/2006/main">
              <a:ext uri="{FF2B5EF4-FFF2-40B4-BE49-F238E27FC236}">
                <a16:creationId xmlns:a16="http://schemas.microsoft.com/office/drawing/2014/main" id="{557ECC09-C2CA-4FB9-8971-19E61EAB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7E068EC5-A28A-410B-8075-698008E4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8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24AA"/>
                </a:solidFill>
              </a:defRPr>
            </a:pPr>
            <a:r>
              <a:rPr sz="1125" b="1">
                <a:solidFill>
                  <a:srgbClr val="8E24AA"/>
                </a:solidFill>
              </a:rPr>
              <a:t>SELF-CHECK · ตรวจความเข้าใจ</a:t>
            </a:r>
          </a:p>
        </p:txBody>
      </p:sp>
      <p:sp>
        <p:nvSpPr>
          <p:cNvPr id="3" name="footer-14">
            <a:extLst xmlns:a="http://schemas.openxmlformats.org/drawingml/2006/main">
              <a:ext uri="{FF2B5EF4-FFF2-40B4-BE49-F238E27FC236}">
                <a16:creationId xmlns:a16="http://schemas.microsoft.com/office/drawing/2014/main" id="{B517A56D-6860-46C4-B6F0-54F5C2DA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6496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5C6B"/>
                </a:solidFill>
              </a:defRPr>
            </a:pPr>
            <a:r>
              <a:rPr sz="900" b="0">
                <a:solidFill>
                  <a:srgbClr val="665C6B"/>
                </a:solidFill>
              </a:rPr>
              <a:t>Tilt Lab · ม.1  |  14</a:t>
            </a:r>
          </a:p>
        </p:txBody>
      </p:sp>
      <p:sp>
        <p:nvSpPr>
          <p:cNvPr id="4" name="title-14">
            <a:extLst xmlns:a="http://schemas.openxmlformats.org/drawingml/2006/main">
              <a:ext uri="{FF2B5EF4-FFF2-40B4-BE49-F238E27FC236}">
                <a16:creationId xmlns:a16="http://schemas.microsoft.com/office/drawing/2014/main" id="{5D435621-A8DC-42DD-BD13-AAA9160F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86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E1670"/>
                </a:solidFill>
              </a:defRPr>
            </a:pPr>
            <a:r>
              <a:rPr sz="3000" b="1">
                <a:solidFill>
                  <a:srgbClr val="5E1670"/>
                </a:solidFill>
              </a:rPr>
              <a:t>Quiz 6 ข้อ: ตอบครบก่อนส่ง และใช้ feedback เพื่อแก้ความเข้าใจ</a:t>
            </a:r>
          </a:p>
        </p:txBody>
      </p:sp>
      <p:sp>
        <p:nvSpPr>
          <p:cNvPr id="5" name="quiz-big">
            <a:extLst xmlns:a="http://schemas.openxmlformats.org/drawingml/2006/main">
              <a:ext uri="{FF2B5EF4-FFF2-40B4-BE49-F238E27FC236}">
                <a16:creationId xmlns:a16="http://schemas.microsoft.com/office/drawing/2014/main" id="{B50487FB-2FD1-4F64-8D41-A6A7E98C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8097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8E24AA"/>
                </a:solidFill>
              </a:defRPr>
            </a:pPr>
            <a:r>
              <a:rPr sz="5700" b="1">
                <a:solidFill>
                  <a:srgbClr val="8E24AA"/>
                </a:solidFill>
              </a:rPr>
              <a:t>5 / 6</a:t>
            </a:r>
          </a:p>
        </p:txBody>
      </p:sp>
      <p:sp>
        <p:nvSpPr>
          <p:cNvPr id="6" name="quiz-pass">
            <a:extLst xmlns:a="http://schemas.openxmlformats.org/drawingml/2006/main">
              <a:ext uri="{FF2B5EF4-FFF2-40B4-BE49-F238E27FC236}">
                <a16:creationId xmlns:a16="http://schemas.microsoft.com/office/drawing/2014/main" id="{8AE44529-ECF8-40B2-A02A-28ECD20C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143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162B"/>
                </a:solidFill>
              </a:defRPr>
            </a:pPr>
            <a:r>
              <a:rPr sz="1800" b="1">
                <a:solidFill>
                  <a:srgbClr val="23162B"/>
                </a:solidFill>
              </a:rPr>
              <a:t>คะแนนผ่านขั้นต่ำ</a:t>
            </a:r>
          </a:p>
        </p:txBody>
      </p:sp>
      <p:sp>
        <p:nvSpPr>
          <p:cNvPr id="7" name="quiz-dot-0">
            <a:extLst xmlns:a="http://schemas.openxmlformats.org/drawingml/2006/main">
              <a:ext uri="{FF2B5EF4-FFF2-40B4-BE49-F238E27FC236}">
                <a16:creationId xmlns:a16="http://schemas.microsoft.com/office/drawing/2014/main" id="{1E6F02BB-C3A8-479C-9A66-AA9F2BD9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1838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iz-rule-0">
            <a:extLst xmlns:a="http://schemas.openxmlformats.org/drawingml/2006/main">
              <a:ext uri="{FF2B5EF4-FFF2-40B4-BE49-F238E27FC236}">
                <a16:creationId xmlns:a16="http://schemas.microsoft.com/office/drawing/2014/main" id="{2B608128-CF10-454B-B186-D52D33B9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875" y="17526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162B"/>
                </a:solidFill>
              </a:defRPr>
            </a:pPr>
            <a:r>
              <a:rPr sz="1725" b="1">
                <a:solidFill>
                  <a:srgbClr val="23162B"/>
                </a:solidFill>
              </a:rPr>
              <a:t>ยังตอบไม่ครบ → ไม่เสียจำนวนครั้ง</a:t>
            </a:r>
          </a:p>
        </p:txBody>
      </p:sp>
      <p:sp>
        <p:nvSpPr>
          <p:cNvPr id="9" name="quiz-dot-1">
            <a:extLst xmlns:a="http://schemas.openxmlformats.org/drawingml/2006/main">
              <a:ext uri="{FF2B5EF4-FFF2-40B4-BE49-F238E27FC236}">
                <a16:creationId xmlns:a16="http://schemas.microsoft.com/office/drawing/2014/main" id="{00DD64D9-9419-4AD3-B53B-5B4A6D6D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714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iz-rule-1">
            <a:extLst xmlns:a="http://schemas.openxmlformats.org/drawingml/2006/main">
              <a:ext uri="{FF2B5EF4-FFF2-40B4-BE49-F238E27FC236}">
                <a16:creationId xmlns:a16="http://schemas.microsoft.com/office/drawing/2014/main" id="{2791426B-05BA-48C4-9DD9-E14D5141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875" y="2628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162B"/>
                </a:solidFill>
              </a:defRPr>
            </a:pPr>
            <a:r>
              <a:rPr sz="1725" b="0">
                <a:solidFill>
                  <a:srgbClr val="23162B"/>
                </a:solidFill>
              </a:rPr>
              <a:t>ดูคะแนนล่าสุดและคะแนนดีที่สุด</a:t>
            </a:r>
          </a:p>
        </p:txBody>
      </p:sp>
      <p:sp>
        <p:nvSpPr>
          <p:cNvPr id="11" name="quiz-dot-2">
            <a:extLst xmlns:a="http://schemas.openxmlformats.org/drawingml/2006/main">
              <a:ext uri="{FF2B5EF4-FFF2-40B4-BE49-F238E27FC236}">
                <a16:creationId xmlns:a16="http://schemas.microsoft.com/office/drawing/2014/main" id="{0407D342-FF0F-48C1-BC86-BF98B286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3590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quiz-rule-2">
            <a:extLst xmlns:a="http://schemas.openxmlformats.org/drawingml/2006/main">
              <a:ext uri="{FF2B5EF4-FFF2-40B4-BE49-F238E27FC236}">
                <a16:creationId xmlns:a16="http://schemas.microsoft.com/office/drawing/2014/main" id="{F1EB412F-2822-4283-8149-8E4D203C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875" y="35052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162B"/>
                </a:solidFill>
              </a:defRPr>
            </a:pPr>
            <a:r>
              <a:rPr sz="1725" b="0">
                <a:solidFill>
                  <a:srgbClr val="23162B"/>
                </a:solidFill>
              </a:rPr>
              <a:t>ลองใหม่ได้สูงสุด 3 ครั้ง</a:t>
            </a:r>
          </a:p>
        </p:txBody>
      </p:sp>
      <p:sp>
        <p:nvSpPr>
          <p:cNvPr id="13" name="quiz-dot-3">
            <a:extLst xmlns:a="http://schemas.openxmlformats.org/drawingml/2006/main">
              <a:ext uri="{FF2B5EF4-FFF2-40B4-BE49-F238E27FC236}">
                <a16:creationId xmlns:a16="http://schemas.microsoft.com/office/drawing/2014/main" id="{A0B358C4-A941-4BCD-834D-2E1AB3D2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4467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quiz-rule-3">
            <a:extLst xmlns:a="http://schemas.openxmlformats.org/drawingml/2006/main">
              <a:ext uri="{FF2B5EF4-FFF2-40B4-BE49-F238E27FC236}">
                <a16:creationId xmlns:a16="http://schemas.microsoft.com/office/drawing/2014/main" id="{50EBE63B-8792-4112-AC91-675E090E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875" y="4381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162B"/>
                </a:solidFill>
              </a:defRPr>
            </a:pPr>
            <a:r>
              <a:rPr sz="1725" b="0">
                <a:solidFill>
                  <a:srgbClr val="23162B"/>
                </a:solidFill>
              </a:rPr>
              <a:t>ไม่ผ่าน → กลับไปทบทวน Section ที่เกี่ยวข้อง</a:t>
            </a:r>
          </a:p>
        </p:txBody>
      </p:sp>
      <p:sp>
        <p:nvSpPr>
          <p:cNvPr id="15" name="quiz-reflect">
            <a:extLst xmlns:a="http://schemas.openxmlformats.org/drawingml/2006/main">
              <a:ext uri="{FF2B5EF4-FFF2-40B4-BE49-F238E27FC236}">
                <a16:creationId xmlns:a16="http://schemas.microsoft.com/office/drawing/2014/main" id="{1B636055-7247-4041-90E6-E0A59182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5334000"/>
            <a:ext cx="9525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E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quiz-reflect-text">
            <a:extLst xmlns:a="http://schemas.openxmlformats.org/drawingml/2006/main">
              <a:ext uri="{FF2B5EF4-FFF2-40B4-BE49-F238E27FC236}">
                <a16:creationId xmlns:a16="http://schemas.microsoft.com/office/drawing/2014/main" id="{7093D620-91C1-49A9-8885-0523A10B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55721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1670"/>
                </a:solidFill>
              </a:defRPr>
            </a:pPr>
            <a:r>
              <a:rPr sz="1800" b="1">
                <a:solidFill>
                  <a:srgbClr val="5E1670"/>
                </a:solidFill>
              </a:rPr>
              <a:t>ก่อนส่ง: ฉันอธิบายได้หรือยังว่า map ต่างจาก constrain อย่างไร?</a:t>
            </a:r>
          </a:p>
        </p:txBody>
      </p:sp>
    </p:spTree>
    <p:extLst>
      <p:ext uri="{BB962C8B-B14F-4D97-AF65-F5344CB8AC3E}">
        <p14:creationId xmlns:p14="http://schemas.microsoft.com/office/powerpoint/2010/main" val="3295620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5E16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fc97a84a440a3"/>
          <a:stretch xmlns:a="http://schemas.openxmlformats.org/drawingml/2006/main"/>
        </p:blipFill>
        <p:spPr>
          <a:xfrm xmlns:a="http://schemas.openxmlformats.org/drawingml/2006/main">
            <a:off x="9382125" y="52387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EC8483A-6B01-43CB-B472-A3960289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571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430"/>
                </a:solidFill>
              </a:defRPr>
            </a:pPr>
            <a:r>
              <a:rPr sz="1500" b="1">
                <a:solidFill>
                  <a:srgbClr val="F4C430"/>
                </a:solidFill>
              </a:rPr>
              <a:t>สรุปก่อนลงมือกับ micro:bit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029B7CB-B3F3-418B-878E-669BD885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14300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อ่านค่าให้เป็น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แปลงช่วงให้ตรง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กันพลาดก่อนแสดงผล</a:t>
            </a:r>
          </a:p>
        </p:txBody>
      </p:sp>
      <p:sp>
        <p:nvSpPr>
          <p:cNvPr id="4" name="close-flow-0">
            <a:extLst xmlns:a="http://schemas.openxmlformats.org/drawingml/2006/main">
              <a:ext uri="{FF2B5EF4-FFF2-40B4-BE49-F238E27FC236}">
                <a16:creationId xmlns:a16="http://schemas.microsoft.com/office/drawing/2014/main" id="{240EA805-B708-46E1-A066-AA0857E8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143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accel</a:t>
            </a:r>
          </a:p>
        </p:txBody>
      </p:sp>
      <p:sp>
        <p:nvSpPr>
          <p:cNvPr id="5" name="close-arrow-0">
            <a:extLst xmlns:a="http://schemas.openxmlformats.org/drawingml/2006/main">
              <a:ext uri="{FF2B5EF4-FFF2-40B4-BE49-F238E27FC236}">
                <a16:creationId xmlns:a16="http://schemas.microsoft.com/office/drawing/2014/main" id="{ABEB2145-1120-4A83-AD7A-992EF329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421005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flow-1">
            <a:extLst xmlns:a="http://schemas.openxmlformats.org/drawingml/2006/main">
              <a:ext uri="{FF2B5EF4-FFF2-40B4-BE49-F238E27FC236}">
                <a16:creationId xmlns:a16="http://schemas.microsoft.com/office/drawing/2014/main" id="{2D99A013-A870-40D4-ACFF-89F06850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4143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7" name="close-arrow-1">
            <a:extLst xmlns:a="http://schemas.openxmlformats.org/drawingml/2006/main">
              <a:ext uri="{FF2B5EF4-FFF2-40B4-BE49-F238E27FC236}">
                <a16:creationId xmlns:a16="http://schemas.microsoft.com/office/drawing/2014/main" id="{D46EB16E-AD58-46DD-B33A-E64A906D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421005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flow-2">
            <a:extLst xmlns:a="http://schemas.openxmlformats.org/drawingml/2006/main">
              <a:ext uri="{FF2B5EF4-FFF2-40B4-BE49-F238E27FC236}">
                <a16:creationId xmlns:a16="http://schemas.microsoft.com/office/drawing/2014/main" id="{2F6DAF88-3873-4966-9379-1D5FD8EA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4143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C430"/>
                </a:solidFill>
              </a:defRPr>
            </a:pPr>
            <a:r>
              <a:rPr sz="1650" b="1">
                <a:solidFill>
                  <a:srgbClr val="F4C430"/>
                </a:solidFill>
              </a:rPr>
              <a:t>constrain</a:t>
            </a:r>
          </a:p>
        </p:txBody>
      </p:sp>
      <p:sp>
        <p:nvSpPr>
          <p:cNvPr id="9" name="close-arrow-2">
            <a:extLst xmlns:a="http://schemas.openxmlformats.org/drawingml/2006/main">
              <a:ext uri="{FF2B5EF4-FFF2-40B4-BE49-F238E27FC236}">
                <a16:creationId xmlns:a16="http://schemas.microsoft.com/office/drawing/2014/main" id="{075A2645-BE85-4A43-8787-CC1D113B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421005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flow-3">
            <a:extLst xmlns:a="http://schemas.openxmlformats.org/drawingml/2006/main">
              <a:ext uri="{FF2B5EF4-FFF2-40B4-BE49-F238E27FC236}">
                <a16:creationId xmlns:a16="http://schemas.microsoft.com/office/drawing/2014/main" id="{397CAF6B-CF23-4D01-A27F-D3C1E23D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4143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plot</a:t>
            </a:r>
          </a:p>
        </p:txBody>
      </p:sp>
      <p:sp>
        <p:nvSpPr>
          <p:cNvPr id="11" name="close-arrow-3">
            <a:extLst xmlns:a="http://schemas.openxmlformats.org/drawingml/2006/main">
              <a:ext uri="{FF2B5EF4-FFF2-40B4-BE49-F238E27FC236}">
                <a16:creationId xmlns:a16="http://schemas.microsoft.com/office/drawing/2014/main" id="{438CB6CF-E32C-4FF8-8C3F-DC86D21C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421005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e-flow-4">
            <a:extLst xmlns:a="http://schemas.openxmlformats.org/drawingml/2006/main">
              <a:ext uri="{FF2B5EF4-FFF2-40B4-BE49-F238E27FC236}">
                <a16:creationId xmlns:a16="http://schemas.microsoft.com/office/drawing/2014/main" id="{3786F066-7DF5-4BFC-B227-F054D605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4143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pause</a:t>
            </a:r>
          </a:p>
        </p:txBody>
      </p:sp>
      <p:sp>
        <p:nvSpPr>
          <p:cNvPr id="13" name="close-question">
            <a:extLst xmlns:a="http://schemas.openxmlformats.org/drawingml/2006/main">
              <a:ext uri="{FF2B5EF4-FFF2-40B4-BE49-F238E27FC236}">
                <a16:creationId xmlns:a16="http://schemas.microsoft.com/office/drawing/2014/main" id="{DEB9BCD7-A51F-4074-82E4-CF77A767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54292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C430"/>
                </a:solidFill>
              </a:defRPr>
            </a:pPr>
            <a:r>
              <a:rPr sz="2250" b="1">
                <a:solidFill>
                  <a:srgbClr val="F4C430"/>
                </a:solidFill>
              </a:rPr>
              <a:t>ข้อผิดพลาดใดวันนี้ ช่วยให้เราเข้าใจระบบมากที่สุด?</a:t>
            </a:r>
          </a:p>
        </p:txBody>
      </p:sp>
      <p:sp>
        <p:nvSpPr>
          <p:cNvPr id="14" name="close-school">
            <a:extLst xmlns:a="http://schemas.openxmlformats.org/drawingml/2006/main">
              <a:ext uri="{FF2B5EF4-FFF2-40B4-BE49-F238E27FC236}">
                <a16:creationId xmlns:a16="http://schemas.microsoft.com/office/drawing/2014/main" id="{7497774E-D500-4387-8C3A-D5AE1A85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6381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EDBF3"/>
                </a:solidFill>
              </a:defRPr>
            </a:pPr>
            <a:r>
              <a:rPr sz="1125" b="0">
                <a:solidFill>
                  <a:srgbClr val="EEDBF3"/>
                </a:solidFill>
              </a:rPr>
              <a:t>โรงเรียนบ้านเขาธรรมบท · วิชาเทคโนโลยีสารสนเทศ ม.1</a:t>
            </a:r>
          </a:p>
        </p:txBody>
      </p:sp>
    </p:spTree>
    <p:extLst>
      <p:ext uri="{BB962C8B-B14F-4D97-AF65-F5344CB8AC3E}">
        <p14:creationId xmlns:p14="http://schemas.microsoft.com/office/powerpoint/2010/main" val="1545998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2026-08-11T13:57:52.2870000Z</dcterms:created>
  <dcterms:modified xsi:type="dcterms:W3CDTF">2026-08-11T13:57:52.2880000Z</dcterms:modified>
</coreProperties>
</file>